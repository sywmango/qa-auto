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259" r:id="rId2"/>
    <p:sldId id="618" r:id="rId3"/>
    <p:sldId id="619" r:id="rId4"/>
    <p:sldId id="620" r:id="rId5"/>
    <p:sldId id="623" r:id="rId6"/>
    <p:sldId id="621" r:id="rId7"/>
    <p:sldId id="627" r:id="rId8"/>
  </p:sldIdLst>
  <p:sldSz cx="12192000" cy="6858000"/>
  <p:notesSz cx="6813550" cy="994568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1pPr>
    <a:lvl2pPr marL="455613" indent="-2413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2pPr>
    <a:lvl3pPr marL="912813" indent="-482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3pPr>
    <a:lvl4pPr marL="1370013" indent="-725488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4pPr>
    <a:lvl5pPr marL="1827213" indent="-966788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5pPr>
    <a:lvl6pPr marL="2286000" algn="l" defTabSz="914400" rtl="0" eaLnBrk="1" latinLnBrk="1" hangingPunct="1"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6pPr>
    <a:lvl7pPr marL="2743200" algn="l" defTabSz="914400" rtl="0" eaLnBrk="1" latinLnBrk="1" hangingPunct="1"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7pPr>
    <a:lvl8pPr marL="3200400" algn="l" defTabSz="914400" rtl="0" eaLnBrk="1" latinLnBrk="1" hangingPunct="1"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8pPr>
    <a:lvl9pPr marL="3657600" algn="l" defTabSz="914400" rtl="0" eaLnBrk="1" latinLnBrk="1" hangingPunct="1">
      <a:defRPr sz="1400" b="1" kern="1200">
        <a:solidFill>
          <a:schemeClr val="bg1"/>
        </a:solidFill>
        <a:latin typeface="Arial" panose="020B0604020202020204" pitchFamily="34" charset="0"/>
        <a:ea typeface="Arial Unicode MS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34" userDrawn="1">
          <p15:clr>
            <a:srgbClr val="A4A3A4"/>
          </p15:clr>
        </p15:guide>
        <p15:guide id="2" orient="horz" pos="3918" userDrawn="1">
          <p15:clr>
            <a:srgbClr val="A4A3A4"/>
          </p15:clr>
        </p15:guide>
        <p15:guide id="3" pos="420" userDrawn="1">
          <p15:clr>
            <a:srgbClr val="A4A3A4"/>
          </p15:clr>
        </p15:guide>
        <p15:guide id="4" pos="1327" userDrawn="1">
          <p15:clr>
            <a:srgbClr val="A4A3A4"/>
          </p15:clr>
        </p15:guide>
        <p15:guide id="5" pos="838" userDrawn="1">
          <p15:clr>
            <a:srgbClr val="A4A3A4"/>
          </p15:clr>
        </p15:guide>
        <p15:guide id="6" pos="7328" userDrawn="1">
          <p15:clr>
            <a:srgbClr val="A4A3A4"/>
          </p15:clr>
        </p15:guide>
        <p15:guide id="7" pos="76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ypark@gmail.com" initials="w" lastIdx="0" clrIdx="0">
    <p:extLst>
      <p:ext uri="{19B8F6BF-5375-455C-9EA6-DF929625EA0E}">
        <p15:presenceInfo xmlns:p15="http://schemas.microsoft.com/office/powerpoint/2012/main" userId="f36bef8209fa8f2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7CF"/>
    <a:srgbClr val="C3C3FF"/>
    <a:srgbClr val="808080"/>
    <a:srgbClr val="99CCFF"/>
    <a:srgbClr val="ADE0FF"/>
    <a:srgbClr val="FFFFCC"/>
    <a:srgbClr val="CCCC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235" autoAdjust="0"/>
  </p:normalViewPr>
  <p:slideViewPr>
    <p:cSldViewPr>
      <p:cViewPr varScale="1">
        <p:scale>
          <a:sx n="56" d="100"/>
          <a:sy n="56" d="100"/>
        </p:scale>
        <p:origin x="2712" y="78"/>
      </p:cViewPr>
      <p:guideLst>
        <p:guide orient="horz" pos="3634"/>
        <p:guide orient="horz" pos="3918"/>
        <p:guide pos="420"/>
        <p:guide pos="1327"/>
        <p:guide pos="838"/>
        <p:guide pos="7328"/>
        <p:guide pos="7679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2502" y="-90"/>
      </p:cViewPr>
      <p:guideLst>
        <p:guide orient="horz" pos="3132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44C410E-62EB-4BF2-8621-4B8C5C00B4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109FF2B-21AF-46A4-B502-C677C0B96BD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5A1EBE50-7BEB-4FB9-B36F-56792CD58CA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4880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4AFBE1F-E204-42A8-A2AD-4EE3E33DAD5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0800" y="944880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A638376-CC03-4D79-9BC7-6855E9E15FE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18F36B1-C2E5-4F98-A586-C54CCA5DA24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C134C919-C862-4533-AC06-1EB2B2D4706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9213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173757B-3706-4764-9585-B1FB2D7EEBB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6125"/>
            <a:ext cx="6629400" cy="37290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4EC0EDD9-D140-40B1-904D-A4B2D1752E6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24400"/>
            <a:ext cx="5451475" cy="4475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59398" name="Rectangle 6">
            <a:extLst>
              <a:ext uri="{FF2B5EF4-FFF2-40B4-BE49-F238E27FC236}">
                <a16:creationId xmlns:a16="http://schemas.microsoft.com/office/drawing/2014/main" id="{C9F16FDC-1828-4B28-8DF3-4DDF449A8CF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47213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effectLst/>
                <a:latin typeface="굴림" pitchFamily="50" charset="-127"/>
                <a:ea typeface="굴림" pitchFamily="50" charset="-127"/>
                <a:cs typeface="Arial Unicode MS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9399" name="Rectangle 7">
            <a:extLst>
              <a:ext uri="{FF2B5EF4-FFF2-40B4-BE49-F238E27FC236}">
                <a16:creationId xmlns:a16="http://schemas.microsoft.com/office/drawing/2014/main" id="{04076054-626B-4DE1-B5FB-6E91E4A291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9213" y="9447213"/>
            <a:ext cx="29527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spcBef>
                <a:spcPct val="0"/>
              </a:spcBef>
              <a:buClrTx/>
              <a:buFontTx/>
              <a:buNone/>
              <a:defRPr kumimoji="1" sz="1200" b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F7F7F94-2AAC-46FE-927D-FB1CC354665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56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28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00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7213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5655" algn="l" defTabSz="91426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6" algn="l" defTabSz="91426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16" algn="l" defTabSz="91426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47" algn="l" defTabSz="914262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Base" hidden="1">
            <a:extLst>
              <a:ext uri="{FF2B5EF4-FFF2-40B4-BE49-F238E27FC236}">
                <a16:creationId xmlns:a16="http://schemas.microsoft.com/office/drawing/2014/main" id="{9A6071D6-4516-4B1D-9DDE-FB673EC38B79}"/>
              </a:ext>
            </a:extLst>
          </p:cNvPr>
          <p:cNvGraphicFramePr>
            <a:graphicFrameLocks/>
          </p:cNvGraphicFramePr>
          <p:nvPr userDrawn="1"/>
        </p:nvGraphicFramePr>
        <p:xfrm>
          <a:off x="2032000" y="1227139"/>
          <a:ext cx="8128000" cy="440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0" imgH="0" progId="PowerPoint.Show.8">
                  <p:embed/>
                </p:oleObj>
              </mc:Choice>
              <mc:Fallback>
                <p:oleObj r:id="rId2" imgW="0" imgH="0" progId="PowerPoint.Show.8">
                  <p:embed/>
                  <p:pic>
                    <p:nvPicPr>
                      <p:cNvPr id="4" name="Base" hidden="1">
                        <a:extLst>
                          <a:ext uri="{FF2B5EF4-FFF2-40B4-BE49-F238E27FC236}">
                            <a16:creationId xmlns:a16="http://schemas.microsoft.com/office/drawing/2014/main" id="{9A6071D6-4516-4B1D-9DDE-FB673EC38B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1227139"/>
                        <a:ext cx="8128000" cy="440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Line 12">
            <a:extLst>
              <a:ext uri="{FF2B5EF4-FFF2-40B4-BE49-F238E27FC236}">
                <a16:creationId xmlns:a16="http://schemas.microsoft.com/office/drawing/2014/main" id="{2A6E6558-C457-4C0A-BEC7-95BD8526D7C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4400" y="1952625"/>
            <a:ext cx="10372970" cy="0"/>
          </a:xfrm>
          <a:prstGeom prst="line">
            <a:avLst/>
          </a:prstGeom>
          <a:noFill/>
          <a:ln w="57150">
            <a:solidFill>
              <a:srgbClr val="D0A660"/>
            </a:solidFill>
            <a:round/>
            <a:headEnd/>
            <a:tailEnd/>
          </a:ln>
          <a:effectLst/>
        </p:spPr>
        <p:txBody>
          <a:bodyPr lIns="91427" tIns="45713" rIns="91427" bIns="45713"/>
          <a:lstStyle/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  <a:defRPr/>
            </a:pPr>
            <a:endParaRPr lang="ko-KR" altLang="en-US" sz="1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 Unicode MS" pitchFamily="50" charset="-127"/>
            </a:endParaRPr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B50A85F4-C643-473F-94DD-49CECCDD1D5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14400" y="3338513"/>
            <a:ext cx="10372970" cy="0"/>
          </a:xfrm>
          <a:prstGeom prst="line">
            <a:avLst/>
          </a:prstGeom>
          <a:noFill/>
          <a:ln w="57150">
            <a:solidFill>
              <a:srgbClr val="D0A660"/>
            </a:solidFill>
            <a:round/>
            <a:headEnd/>
            <a:tailEnd/>
          </a:ln>
          <a:effectLst/>
        </p:spPr>
        <p:txBody>
          <a:bodyPr lIns="91427" tIns="45713" rIns="91427" bIns="45713"/>
          <a:lstStyle/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  <a:defRPr/>
            </a:pPr>
            <a:endParaRPr lang="ko-KR" altLang="en-US" sz="1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 Unicode MS" pitchFamily="50" charset="-127"/>
            </a:endParaRPr>
          </a:p>
        </p:txBody>
      </p:sp>
      <p:sp>
        <p:nvSpPr>
          <p:cNvPr id="24586" name="Rectangle 10"/>
          <p:cNvSpPr>
            <a:spLocks noGrp="1" noChangeArrowheads="1"/>
          </p:cNvSpPr>
          <p:nvPr>
            <p:ph type="ctrTitle" sz="quarter"/>
          </p:nvPr>
        </p:nvSpPr>
        <p:spPr bwMode="auto">
          <a:xfrm>
            <a:off x="1662991" y="2136777"/>
            <a:ext cx="9307660" cy="10207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ctr" anchorCtr="1" compatLnSpc="1">
            <a:prstTxWarp prst="textNoShape">
              <a:avLst/>
            </a:prstTxWarp>
          </a:bodyPr>
          <a:lstStyle>
            <a:lvl1pPr>
              <a:defRPr>
                <a:solidFill>
                  <a:srgbClr val="D0A660"/>
                </a:solidFill>
              </a:defRPr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4587" name="Rectangle 11"/>
          <p:cNvSpPr>
            <a:spLocks noGrp="1" noChangeArrowheads="1"/>
          </p:cNvSpPr>
          <p:nvPr>
            <p:ph type="subTitle" sz="quarter" idx="1"/>
          </p:nvPr>
        </p:nvSpPr>
        <p:spPr bwMode="auto">
          <a:xfrm>
            <a:off x="3320118" y="5319715"/>
            <a:ext cx="6210319" cy="63023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ctr">
              <a:buFontTx/>
              <a:buNone/>
              <a:defRPr>
                <a:solidFill>
                  <a:srgbClr val="000000"/>
                </a:solidFill>
              </a:defRPr>
            </a:lvl1pPr>
          </a:lstStyle>
          <a:p>
            <a:r>
              <a:rPr lang="en-US" alt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1792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09698" y="1600202"/>
            <a:ext cx="10972606" cy="4525963"/>
          </a:xfrm>
          <a:prstGeom prst="rect">
            <a:avLst/>
          </a:prstGeom>
        </p:spPr>
        <p:txBody>
          <a:bodyPr lIns="91427" tIns="45713" rIns="91427" bIns="45713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39497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401" y="4406902"/>
            <a:ext cx="10362906" cy="1362075"/>
          </a:xfrm>
          <a:prstGeom prst="rect">
            <a:avLst/>
          </a:prstGeom>
        </p:spPr>
        <p:txBody>
          <a:bodyPr lIns="91427" tIns="45713" rIns="91427" bIns="45713"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401" y="2906715"/>
            <a:ext cx="10362906" cy="1500187"/>
          </a:xfrm>
          <a:prstGeom prst="rect">
            <a:avLst/>
          </a:prstGeom>
        </p:spPr>
        <p:txBody>
          <a:bodyPr lIns="91427" tIns="45713" rIns="91427" bIns="45713" anchor="b"/>
          <a:lstStyle>
            <a:lvl1pPr marL="0" indent="0">
              <a:buNone/>
              <a:defRPr sz="2000"/>
            </a:lvl1pPr>
            <a:lvl2pPr marL="457131" indent="0">
              <a:buNone/>
              <a:defRPr sz="1800"/>
            </a:lvl2pPr>
            <a:lvl3pPr marL="914262" indent="0">
              <a:buNone/>
              <a:defRPr sz="1600"/>
            </a:lvl3pPr>
            <a:lvl4pPr marL="1371392" indent="0">
              <a:buNone/>
              <a:defRPr sz="1400"/>
            </a:lvl4pPr>
            <a:lvl5pPr marL="1828524" indent="0">
              <a:buNone/>
              <a:defRPr sz="1400"/>
            </a:lvl5pPr>
            <a:lvl6pPr marL="2285655" indent="0">
              <a:buNone/>
              <a:defRPr sz="1400"/>
            </a:lvl6pPr>
            <a:lvl7pPr marL="2742786" indent="0">
              <a:buNone/>
              <a:defRPr sz="1400"/>
            </a:lvl7pPr>
            <a:lvl8pPr marL="3199916" indent="0">
              <a:buNone/>
              <a:defRPr sz="1400"/>
            </a:lvl8pPr>
            <a:lvl9pPr marL="3657047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72619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99" y="1600202"/>
            <a:ext cx="5391526" cy="4525963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88824" y="1600202"/>
            <a:ext cx="5393479" cy="4525963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3079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99" y="1535114"/>
            <a:ext cx="5387617" cy="639762"/>
          </a:xfrm>
          <a:prstGeom prst="rect">
            <a:avLst/>
          </a:prstGeom>
        </p:spPr>
        <p:txBody>
          <a:bodyPr lIns="91427" tIns="45713" rIns="91427" bIns="45713" anchor="b"/>
          <a:lstStyle>
            <a:lvl1pPr marL="0" indent="0">
              <a:buNone/>
              <a:defRPr sz="2400" b="1"/>
            </a:lvl1pPr>
            <a:lvl2pPr marL="457131" indent="0">
              <a:buNone/>
              <a:defRPr sz="2000" b="1"/>
            </a:lvl2pPr>
            <a:lvl3pPr marL="914262" indent="0">
              <a:buNone/>
              <a:defRPr sz="1800" b="1"/>
            </a:lvl3pPr>
            <a:lvl4pPr marL="1371392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5" indent="0">
              <a:buNone/>
              <a:defRPr sz="1600" b="1"/>
            </a:lvl6pPr>
            <a:lvl7pPr marL="2742786" indent="0">
              <a:buNone/>
              <a:defRPr sz="1600" b="1"/>
            </a:lvl7pPr>
            <a:lvl8pPr marL="3199916" indent="0">
              <a:buNone/>
              <a:defRPr sz="1600" b="1"/>
            </a:lvl8pPr>
            <a:lvl9pPr marL="365704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99" y="2174876"/>
            <a:ext cx="5387617" cy="3951288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2734" y="1535114"/>
            <a:ext cx="5389570" cy="639762"/>
          </a:xfrm>
          <a:prstGeom prst="rect">
            <a:avLst/>
          </a:prstGeom>
        </p:spPr>
        <p:txBody>
          <a:bodyPr lIns="91427" tIns="45713" rIns="91427" bIns="45713" anchor="b"/>
          <a:lstStyle>
            <a:lvl1pPr marL="0" indent="0">
              <a:buNone/>
              <a:defRPr sz="2400" b="1"/>
            </a:lvl1pPr>
            <a:lvl2pPr marL="457131" indent="0">
              <a:buNone/>
              <a:defRPr sz="2000" b="1"/>
            </a:lvl2pPr>
            <a:lvl3pPr marL="914262" indent="0">
              <a:buNone/>
              <a:defRPr sz="1800" b="1"/>
            </a:lvl3pPr>
            <a:lvl4pPr marL="1371392" indent="0">
              <a:buNone/>
              <a:defRPr sz="1600" b="1"/>
            </a:lvl4pPr>
            <a:lvl5pPr marL="1828524" indent="0">
              <a:buNone/>
              <a:defRPr sz="1600" b="1"/>
            </a:lvl5pPr>
            <a:lvl6pPr marL="2285655" indent="0">
              <a:buNone/>
              <a:defRPr sz="1600" b="1"/>
            </a:lvl6pPr>
            <a:lvl7pPr marL="2742786" indent="0">
              <a:buNone/>
              <a:defRPr sz="1600" b="1"/>
            </a:lvl7pPr>
            <a:lvl8pPr marL="3199916" indent="0">
              <a:buNone/>
              <a:defRPr sz="1600" b="1"/>
            </a:lvl8pPr>
            <a:lvl9pPr marL="3657047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2734" y="2174876"/>
            <a:ext cx="5389570" cy="3951288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8151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587709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53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7" y="273051"/>
            <a:ext cx="4011889" cy="1162051"/>
          </a:xfrm>
          <a:prstGeom prst="rect">
            <a:avLst/>
          </a:prstGeom>
        </p:spPr>
        <p:txBody>
          <a:bodyPr lIns="91427" tIns="45713" rIns="91427" bIns="45713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198" y="273052"/>
            <a:ext cx="6816107" cy="5853113"/>
          </a:xfrm>
          <a:prstGeom prst="rect">
            <a:avLst/>
          </a:prstGeom>
        </p:spPr>
        <p:txBody>
          <a:bodyPr lIns="91427" tIns="45713" rIns="91427" bIns="45713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97" y="1435102"/>
            <a:ext cx="4011889" cy="4691063"/>
          </a:xfrm>
          <a:prstGeom prst="rect">
            <a:avLst/>
          </a:prstGeom>
        </p:spPr>
        <p:txBody>
          <a:bodyPr lIns="91427" tIns="45713" rIns="91427" bIns="45713"/>
          <a:lstStyle>
            <a:lvl1pPr marL="0" indent="0">
              <a:buNone/>
              <a:defRPr sz="1400"/>
            </a:lvl1pPr>
            <a:lvl2pPr marL="457131" indent="0">
              <a:buNone/>
              <a:defRPr sz="1200"/>
            </a:lvl2pPr>
            <a:lvl3pPr marL="914262" indent="0">
              <a:buNone/>
              <a:defRPr sz="1000"/>
            </a:lvl3pPr>
            <a:lvl4pPr marL="1371392" indent="0">
              <a:buNone/>
              <a:defRPr sz="900"/>
            </a:lvl4pPr>
            <a:lvl5pPr marL="1828524" indent="0">
              <a:buNone/>
              <a:defRPr sz="900"/>
            </a:lvl5pPr>
            <a:lvl6pPr marL="2285655" indent="0">
              <a:buNone/>
              <a:defRPr sz="900"/>
            </a:lvl6pPr>
            <a:lvl7pPr marL="2742786" indent="0">
              <a:buNone/>
              <a:defRPr sz="900"/>
            </a:lvl7pPr>
            <a:lvl8pPr marL="3199916" indent="0">
              <a:buNone/>
              <a:defRPr sz="900"/>
            </a:lvl8pPr>
            <a:lvl9pPr marL="3657047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727427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939" y="4800600"/>
            <a:ext cx="7314417" cy="566738"/>
          </a:xfrm>
          <a:prstGeom prst="rect">
            <a:avLst/>
          </a:prstGeom>
        </p:spPr>
        <p:txBody>
          <a:bodyPr lIns="91427" tIns="45713" rIns="91427" bIns="45713"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939" y="612775"/>
            <a:ext cx="7314417" cy="4114800"/>
          </a:xfrm>
          <a:prstGeom prst="rect">
            <a:avLst/>
          </a:prstGeom>
        </p:spPr>
        <p:txBody>
          <a:bodyPr lIns="91427" tIns="45713" rIns="91427" bIns="45713"/>
          <a:lstStyle>
            <a:lvl1pPr marL="0" indent="0">
              <a:buNone/>
              <a:defRPr sz="3200"/>
            </a:lvl1pPr>
            <a:lvl2pPr marL="457131" indent="0">
              <a:buNone/>
              <a:defRPr sz="2800"/>
            </a:lvl2pPr>
            <a:lvl3pPr marL="914262" indent="0">
              <a:buNone/>
              <a:defRPr sz="2400"/>
            </a:lvl3pPr>
            <a:lvl4pPr marL="1371392" indent="0">
              <a:buNone/>
              <a:defRPr sz="2000"/>
            </a:lvl4pPr>
            <a:lvl5pPr marL="1828524" indent="0">
              <a:buNone/>
              <a:defRPr sz="2000"/>
            </a:lvl5pPr>
            <a:lvl6pPr marL="2285655" indent="0">
              <a:buNone/>
              <a:defRPr sz="2000"/>
            </a:lvl6pPr>
            <a:lvl7pPr marL="2742786" indent="0">
              <a:buNone/>
              <a:defRPr sz="2000"/>
            </a:lvl7pPr>
            <a:lvl8pPr marL="3199916" indent="0">
              <a:buNone/>
              <a:defRPr sz="2000"/>
            </a:lvl8pPr>
            <a:lvl9pPr marL="3657047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939" y="5367339"/>
            <a:ext cx="7314417" cy="804862"/>
          </a:xfrm>
          <a:prstGeom prst="rect">
            <a:avLst/>
          </a:prstGeom>
        </p:spPr>
        <p:txBody>
          <a:bodyPr lIns="91427" tIns="45713" rIns="91427" bIns="45713"/>
          <a:lstStyle>
            <a:lvl1pPr marL="0" indent="0">
              <a:buNone/>
              <a:defRPr sz="1400"/>
            </a:lvl1pPr>
            <a:lvl2pPr marL="457131" indent="0">
              <a:buNone/>
              <a:defRPr sz="1200"/>
            </a:lvl2pPr>
            <a:lvl3pPr marL="914262" indent="0">
              <a:buNone/>
              <a:defRPr sz="1000"/>
            </a:lvl3pPr>
            <a:lvl4pPr marL="1371392" indent="0">
              <a:buNone/>
              <a:defRPr sz="900"/>
            </a:lvl4pPr>
            <a:lvl5pPr marL="1828524" indent="0">
              <a:buNone/>
              <a:defRPr sz="900"/>
            </a:lvl5pPr>
            <a:lvl6pPr marL="2285655" indent="0">
              <a:buNone/>
              <a:defRPr sz="900"/>
            </a:lvl6pPr>
            <a:lvl7pPr marL="2742786" indent="0">
              <a:buNone/>
              <a:defRPr sz="900"/>
            </a:lvl7pPr>
            <a:lvl8pPr marL="3199916" indent="0">
              <a:buNone/>
              <a:defRPr sz="900"/>
            </a:lvl8pPr>
            <a:lvl9pPr marL="3657047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12120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98" y="274638"/>
            <a:ext cx="10972606" cy="1143000"/>
          </a:xfrm>
          <a:prstGeom prst="rect">
            <a:avLst/>
          </a:prstGeom>
        </p:spPr>
        <p:txBody>
          <a:bodyPr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98" y="1600202"/>
            <a:ext cx="10972606" cy="4525963"/>
          </a:xfrm>
          <a:prstGeom prst="rect">
            <a:avLst/>
          </a:prstGeom>
        </p:spPr>
        <p:txBody>
          <a:bodyPr vert="eaVert" lIns="91427" tIns="45713" rIns="91427" bIns="45713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61043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40617" y="274640"/>
            <a:ext cx="2741685" cy="5851525"/>
          </a:xfrm>
          <a:prstGeom prst="rect">
            <a:avLst/>
          </a:prstGeom>
        </p:spPr>
        <p:txBody>
          <a:bodyPr vert="eaVert" lIns="91427" tIns="45713" rIns="91427" bIns="45713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99" y="274640"/>
            <a:ext cx="8043319" cy="5851525"/>
          </a:xfrm>
          <a:prstGeom prst="rect">
            <a:avLst/>
          </a:prstGeom>
        </p:spPr>
        <p:txBody>
          <a:bodyPr vert="eaVert" lIns="91427" tIns="45713" rIns="91427" bIns="45713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7945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609698" y="274640"/>
            <a:ext cx="10972606" cy="5851525"/>
          </a:xfrm>
          <a:prstGeom prst="rect">
            <a:avLst/>
          </a:prstGeom>
        </p:spPr>
        <p:txBody>
          <a:bodyPr lIns="91427" tIns="45713" rIns="91427" bIns="45713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1234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6" name="Line 34">
            <a:extLst>
              <a:ext uri="{FF2B5EF4-FFF2-40B4-BE49-F238E27FC236}">
                <a16:creationId xmlns:a16="http://schemas.microsoft.com/office/drawing/2014/main" id="{AFB32936-C70C-4B32-8051-7655D51CA57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3771" y="549275"/>
            <a:ext cx="11594123" cy="0"/>
          </a:xfrm>
          <a:prstGeom prst="line">
            <a:avLst/>
          </a:prstGeom>
          <a:noFill/>
          <a:ln w="12700">
            <a:solidFill>
              <a:srgbClr val="CC9900"/>
            </a:solidFill>
            <a:round/>
            <a:headEnd/>
            <a:tailEnd/>
          </a:ln>
          <a:effectLst/>
        </p:spPr>
        <p:txBody>
          <a:bodyPr wrap="none" lIns="91427" tIns="45713" rIns="91427" bIns="45713" anchor="ctr"/>
          <a:lstStyle/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  <a:defRPr/>
            </a:pPr>
            <a:endParaRPr lang="ko-KR" altLang="en-US" sz="14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cs typeface="Arial Unicode MS" pitchFamily="50" charset="-127"/>
            </a:endParaRPr>
          </a:p>
        </p:txBody>
      </p:sp>
      <p:sp>
        <p:nvSpPr>
          <p:cNvPr id="8" name="Text Box 25">
            <a:extLst>
              <a:ext uri="{FF2B5EF4-FFF2-40B4-BE49-F238E27FC236}">
                <a16:creationId xmlns:a16="http://schemas.microsoft.com/office/drawing/2014/main" id="{DB1D3821-415F-401A-B18E-135BF515F3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876800" y="6572251"/>
            <a:ext cx="2493108" cy="277813"/>
          </a:xfrm>
          <a:prstGeom prst="rect">
            <a:avLst/>
          </a:prstGeom>
          <a:noFill/>
          <a:ln w="12699">
            <a:noFill/>
            <a:miter lim="800000"/>
            <a:headEnd/>
            <a:tailEnd/>
          </a:ln>
          <a:effectLst/>
        </p:spPr>
        <p:txBody>
          <a:bodyPr lIns="91427" tIns="45713" rIns="91427" bIns="45713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ctr">
              <a:defRPr/>
            </a:pPr>
            <a:fld id="{3221263E-9B15-4305-AFB3-C88E31EBD61B}" type="slidenum">
              <a:rPr lang="en-US" altLang="en-US" sz="1200" b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pPr algn="ctr">
                <a:defRPr/>
              </a:pPr>
              <a:t>‹#›</a:t>
            </a:fld>
            <a:endParaRPr lang="en-US" altLang="en-US" sz="1200" b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247" r:id="rId1"/>
    <p:sldLayoutId id="2147485236" r:id="rId2"/>
    <p:sldLayoutId id="2147485237" r:id="rId3"/>
    <p:sldLayoutId id="2147485238" r:id="rId4"/>
    <p:sldLayoutId id="2147485239" r:id="rId5"/>
    <p:sldLayoutId id="2147485240" r:id="rId6"/>
    <p:sldLayoutId id="2147485241" r:id="rId7"/>
    <p:sldLayoutId id="2147485242" r:id="rId8"/>
    <p:sldLayoutId id="2147485243" r:id="rId9"/>
    <p:sldLayoutId id="2147485244" r:id="rId10"/>
    <p:sldLayoutId id="2147485245" r:id="rId11"/>
    <p:sldLayoutId id="2147485246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5pPr>
      <a:lvl6pPr marL="457131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6pPr>
      <a:lvl7pPr marL="91426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7pPr>
      <a:lvl8pPr marL="137139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8pPr>
      <a:lvl9pPr marL="1828524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accent1"/>
          </a:solidFill>
          <a:latin typeface="굴림" pitchFamily="50" charset="-127"/>
          <a:ea typeface="굴림" pitchFamily="50" charset="-127"/>
        </a:defRPr>
      </a:lvl9pPr>
    </p:titleStyle>
    <p:bodyStyle>
      <a:lvl1pPr marL="192088" indent="-192088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65150" indent="-1809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950913" indent="-193675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336675" indent="-193675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+mn-lt"/>
          <a:ea typeface="+mn-ea"/>
        </a:defRPr>
      </a:lvl4pPr>
      <a:lvl5pPr marL="1709738" indent="-180975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5pPr>
      <a:lvl6pPr marL="2168198" indent="-182535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625328" indent="-182535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082459" indent="-182535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539590" indent="-182535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1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2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2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24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55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6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16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47" algn="l" defTabSz="914262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79">
            <a:extLst>
              <a:ext uri="{FF2B5EF4-FFF2-40B4-BE49-F238E27FC236}">
                <a16:creationId xmlns:a16="http://schemas.microsoft.com/office/drawing/2014/main" id="{C6F76EC8-A962-4F0B-9FC7-68C400857A5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394871" y="2259013"/>
            <a:ext cx="5491163" cy="7293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ko-KR" sz="3600" b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AZ303_</a:t>
            </a:r>
            <a:r>
              <a:rPr lang="ko-KR" altLang="en-US" sz="3600" b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결재요청</a:t>
            </a:r>
            <a:endParaRPr lang="en-US" altLang="ko-KR" sz="1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Text Box 82">
            <a:extLst>
              <a:ext uri="{FF2B5EF4-FFF2-40B4-BE49-F238E27FC236}">
                <a16:creationId xmlns:a16="http://schemas.microsoft.com/office/drawing/2014/main" id="{AE305EBE-6EF7-4A42-ABEE-DFFCEE0BBF07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255794" y="5229225"/>
            <a:ext cx="2070100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>
              <a:lnSpc>
                <a:spcPct val="60000"/>
              </a:lnSpc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ko-KR" altLang="en-US" sz="1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문서번호 </a:t>
            </a:r>
            <a:r>
              <a:rPr kumimoji="1"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: AZ303_</a:t>
            </a:r>
            <a:r>
              <a:rPr kumimoji="1" lang="ko-KR" altLang="en-US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결재요청</a:t>
            </a:r>
            <a:endParaRPr lang="en-US" altLang="ko-KR" sz="1000" b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>
              <a:lnSpc>
                <a:spcPct val="60000"/>
              </a:lnSpc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Version 1.0</a:t>
            </a:r>
          </a:p>
          <a:p>
            <a:pPr algn="r">
              <a:lnSpc>
                <a:spcPct val="60000"/>
              </a:lnSpc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kumimoji="1"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2022 .  05 .  17 </a:t>
            </a:r>
            <a:r>
              <a:rPr kumimoji="1" lang="en-US" altLang="ko-KR" sz="1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124" name="Rectangle 8">
            <a:extLst>
              <a:ext uri="{FF2B5EF4-FFF2-40B4-BE49-F238E27FC236}">
                <a16:creationId xmlns:a16="http://schemas.microsoft.com/office/drawing/2014/main" id="{02921E08-4535-4544-AC31-7B5C1FADB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6207" y="5589588"/>
            <a:ext cx="413861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ctr"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7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Dream </a:t>
            </a:r>
            <a:r>
              <a:rPr kumimoji="1" lang="ko-KR" altLang="en-US" sz="17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사업부</a:t>
            </a:r>
            <a:endParaRPr kumimoji="1" lang="en-US" altLang="ko-KR" sz="17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A7738D5B-4E6F-4836-B138-D03816603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382292" y="620689"/>
            <a:ext cx="11474348" cy="699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kumimoji="1"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1"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kumimoji="1"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Web</a:t>
            </a:r>
            <a:r>
              <a:rPr kumimoji="1" lang="ko-KR" altLang="en-US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화면에서 결재자를 지정하고 결재를 요청한다</a:t>
            </a:r>
            <a:r>
              <a:rPr kumimoji="1" lang="en-US" altLang="ko-KR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kumimoji="1" lang="ko-KR" altLang="en-US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 Box 4">
            <a:extLst>
              <a:ext uri="{FF2B5EF4-FFF2-40B4-BE49-F238E27FC236}">
                <a16:creationId xmlns:a16="http://schemas.microsoft.com/office/drawing/2014/main" id="{CF769770-59B4-4627-9D88-6E22C1988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1" y="98426"/>
            <a:ext cx="11531971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</a:t>
            </a:r>
            <a:r>
              <a:rPr lang="en-US" altLang="ko-KR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2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개요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403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>
            <a:extLst>
              <a:ext uri="{FF2B5EF4-FFF2-40B4-BE49-F238E27FC236}">
                <a16:creationId xmlns:a16="http://schemas.microsoft.com/office/drawing/2014/main" id="{CF769770-59B4-4627-9D88-6E22C19884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8426"/>
            <a:ext cx="9392220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en-US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업무</a:t>
            </a: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Process</a:t>
            </a:r>
          </a:p>
        </p:txBody>
      </p:sp>
      <p:cxnSp>
        <p:nvCxnSpPr>
          <p:cNvPr id="4" name="AutoShape 27">
            <a:extLst>
              <a:ext uri="{FF2B5EF4-FFF2-40B4-BE49-F238E27FC236}">
                <a16:creationId xmlns:a16="http://schemas.microsoft.com/office/drawing/2014/main" id="{1FB80E4B-0DC1-4F06-9521-789FA6E3B59A}"/>
              </a:ext>
            </a:extLst>
          </p:cNvPr>
          <p:cNvCxnSpPr>
            <a:cxnSpLocks noChangeShapeType="1"/>
            <a:stCxn id="5" idx="2"/>
            <a:endCxn id="28" idx="0"/>
          </p:cNvCxnSpPr>
          <p:nvPr/>
        </p:nvCxnSpPr>
        <p:spPr bwMode="auto">
          <a:xfrm flipH="1">
            <a:off x="3035399" y="3590230"/>
            <a:ext cx="2664819" cy="77487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순서도: 화면 표시 4">
            <a:extLst>
              <a:ext uri="{FF2B5EF4-FFF2-40B4-BE49-F238E27FC236}">
                <a16:creationId xmlns:a16="http://schemas.microsoft.com/office/drawing/2014/main" id="{39AF7DEB-2FB0-4068-B2F0-99A52EF20376}"/>
              </a:ext>
            </a:extLst>
          </p:cNvPr>
          <p:cNvSpPr/>
          <p:nvPr/>
        </p:nvSpPr>
        <p:spPr bwMode="auto">
          <a:xfrm>
            <a:off x="4656363" y="3140968"/>
            <a:ext cx="2087709" cy="449262"/>
          </a:xfrm>
          <a:prstGeom prst="flowChartDisplay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AZ303_</a:t>
            </a:r>
            <a:r>
              <a:rPr lang="ko-KR" altLang="en-US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결재요청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순서도: 화면 표시 13">
            <a:extLst>
              <a:ext uri="{FF2B5EF4-FFF2-40B4-BE49-F238E27FC236}">
                <a16:creationId xmlns:a16="http://schemas.microsoft.com/office/drawing/2014/main" id="{1F2AFDF8-680D-9EA4-136B-5E694AE26655}"/>
              </a:ext>
            </a:extLst>
          </p:cNvPr>
          <p:cNvSpPr/>
          <p:nvPr/>
        </p:nvSpPr>
        <p:spPr bwMode="auto">
          <a:xfrm>
            <a:off x="4656363" y="908720"/>
            <a:ext cx="2087709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AR114_</a:t>
            </a:r>
            <a:r>
              <a:rPr lang="ko-KR" altLang="en-US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승인</a:t>
            </a:r>
            <a:r>
              <a:rPr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Flow</a:t>
            </a:r>
            <a:endParaRPr lang="ko-KR" altLang="en-US" sz="1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5" name="순서도: 화면 표시 14">
            <a:extLst>
              <a:ext uri="{FF2B5EF4-FFF2-40B4-BE49-F238E27FC236}">
                <a16:creationId xmlns:a16="http://schemas.microsoft.com/office/drawing/2014/main" id="{016446CF-2EF6-105D-5A69-B1F6325AB8F5}"/>
              </a:ext>
            </a:extLst>
          </p:cNvPr>
          <p:cNvSpPr/>
          <p:nvPr/>
        </p:nvSpPr>
        <p:spPr bwMode="auto">
          <a:xfrm>
            <a:off x="4656363" y="2060848"/>
            <a:ext cx="2087709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AN210_</a:t>
            </a:r>
            <a:r>
              <a:rPr lang="ko-KR" altLang="en-US" sz="1000" b="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기본결재자설정</a:t>
            </a:r>
            <a:endParaRPr lang="ko-KR" altLang="en-US" sz="1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cxnSp>
        <p:nvCxnSpPr>
          <p:cNvPr id="17" name="AutoShape 27">
            <a:extLst>
              <a:ext uri="{FF2B5EF4-FFF2-40B4-BE49-F238E27FC236}">
                <a16:creationId xmlns:a16="http://schemas.microsoft.com/office/drawing/2014/main" id="{8E5549FA-32CA-BBB1-69DB-7648554F8348}"/>
              </a:ext>
            </a:extLst>
          </p:cNvPr>
          <p:cNvCxnSpPr>
            <a:cxnSpLocks noChangeShapeType="1"/>
            <a:stCxn id="14" idx="2"/>
            <a:endCxn id="15" idx="0"/>
          </p:cNvCxnSpPr>
          <p:nvPr/>
        </p:nvCxnSpPr>
        <p:spPr bwMode="auto">
          <a:xfrm>
            <a:off x="5700218" y="1357982"/>
            <a:ext cx="0" cy="70286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27">
            <a:extLst>
              <a:ext uri="{FF2B5EF4-FFF2-40B4-BE49-F238E27FC236}">
                <a16:creationId xmlns:a16="http://schemas.microsoft.com/office/drawing/2014/main" id="{323E9C2D-6F00-7386-FE62-E5B50120BC29}"/>
              </a:ext>
            </a:extLst>
          </p:cNvPr>
          <p:cNvCxnSpPr>
            <a:cxnSpLocks noChangeShapeType="1"/>
            <a:stCxn id="15" idx="2"/>
            <a:endCxn id="5" idx="0"/>
          </p:cNvCxnSpPr>
          <p:nvPr/>
        </p:nvCxnSpPr>
        <p:spPr bwMode="auto">
          <a:xfrm>
            <a:off x="5700218" y="2510110"/>
            <a:ext cx="0" cy="63085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순서도: 화면 표시 25">
            <a:extLst>
              <a:ext uri="{FF2B5EF4-FFF2-40B4-BE49-F238E27FC236}">
                <a16:creationId xmlns:a16="http://schemas.microsoft.com/office/drawing/2014/main" id="{B6822339-1253-4D8A-5996-7B67D108D25B}"/>
              </a:ext>
            </a:extLst>
          </p:cNvPr>
          <p:cNvSpPr/>
          <p:nvPr/>
        </p:nvSpPr>
        <p:spPr bwMode="auto">
          <a:xfrm>
            <a:off x="4079253" y="4365104"/>
            <a:ext cx="2087709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AF120_</a:t>
            </a:r>
            <a:r>
              <a:rPr lang="ko-KR" altLang="en-US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부품구매신청</a:t>
            </a:r>
            <a:endParaRPr lang="ko-KR" altLang="en-US" sz="1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28" name="순서도: 화면 표시 27">
            <a:extLst>
              <a:ext uri="{FF2B5EF4-FFF2-40B4-BE49-F238E27FC236}">
                <a16:creationId xmlns:a16="http://schemas.microsoft.com/office/drawing/2014/main" id="{C914B3E3-756F-0716-2166-A67A3A745D23}"/>
              </a:ext>
            </a:extLst>
          </p:cNvPr>
          <p:cNvSpPr/>
          <p:nvPr/>
        </p:nvSpPr>
        <p:spPr bwMode="auto">
          <a:xfrm>
            <a:off x="1991544" y="4365104"/>
            <a:ext cx="2087709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AC110_</a:t>
            </a:r>
            <a:r>
              <a:rPr lang="ko-KR" altLang="en-US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수리요청</a:t>
            </a:r>
            <a:endParaRPr lang="ko-KR" altLang="en-US" sz="1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0" name="순서도: 화면 표시 29">
            <a:extLst>
              <a:ext uri="{FF2B5EF4-FFF2-40B4-BE49-F238E27FC236}">
                <a16:creationId xmlns:a16="http://schemas.microsoft.com/office/drawing/2014/main" id="{D7F4EE15-93E5-E012-E673-4C14E699841F}"/>
              </a:ext>
            </a:extLst>
          </p:cNvPr>
          <p:cNvSpPr/>
          <p:nvPr/>
        </p:nvSpPr>
        <p:spPr bwMode="auto">
          <a:xfrm>
            <a:off x="6158169" y="4361403"/>
            <a:ext cx="2087709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AF170_</a:t>
            </a:r>
            <a:r>
              <a:rPr lang="ko-KR" altLang="en-US" sz="1000" b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부품실사등록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순서도: 화면 표시 30">
            <a:extLst>
              <a:ext uri="{FF2B5EF4-FFF2-40B4-BE49-F238E27FC236}">
                <a16:creationId xmlns:a16="http://schemas.microsoft.com/office/drawing/2014/main" id="{FAF25523-6506-14BA-CC91-1FBE4FCA7BEA}"/>
              </a:ext>
            </a:extLst>
          </p:cNvPr>
          <p:cNvSpPr/>
          <p:nvPr/>
        </p:nvSpPr>
        <p:spPr bwMode="auto">
          <a:xfrm>
            <a:off x="8255191" y="4361403"/>
            <a:ext cx="2087709" cy="449262"/>
          </a:xfrm>
          <a:prstGeom prst="flowChartDisplay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 latinLnBrk="1"/>
            <a:r>
              <a:rPr lang="en-US" altLang="ko-KR" sz="1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.....</a:t>
            </a:r>
            <a:endParaRPr lang="ko-KR" altLang="en-US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4" name="AutoShape 27">
            <a:extLst>
              <a:ext uri="{FF2B5EF4-FFF2-40B4-BE49-F238E27FC236}">
                <a16:creationId xmlns:a16="http://schemas.microsoft.com/office/drawing/2014/main" id="{EF253C39-8B7F-3A35-192C-16AE5BF208E8}"/>
              </a:ext>
            </a:extLst>
          </p:cNvPr>
          <p:cNvCxnSpPr>
            <a:cxnSpLocks noChangeShapeType="1"/>
            <a:stCxn id="5" idx="2"/>
            <a:endCxn id="26" idx="0"/>
          </p:cNvCxnSpPr>
          <p:nvPr/>
        </p:nvCxnSpPr>
        <p:spPr bwMode="auto">
          <a:xfrm flipH="1">
            <a:off x="5123108" y="3590230"/>
            <a:ext cx="577110" cy="774874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AutoShape 27">
            <a:extLst>
              <a:ext uri="{FF2B5EF4-FFF2-40B4-BE49-F238E27FC236}">
                <a16:creationId xmlns:a16="http://schemas.microsoft.com/office/drawing/2014/main" id="{69D66F18-266F-B853-6BAF-9DEB3408D792}"/>
              </a:ext>
            </a:extLst>
          </p:cNvPr>
          <p:cNvCxnSpPr>
            <a:cxnSpLocks noChangeShapeType="1"/>
            <a:stCxn id="5" idx="2"/>
            <a:endCxn id="30" idx="0"/>
          </p:cNvCxnSpPr>
          <p:nvPr/>
        </p:nvCxnSpPr>
        <p:spPr bwMode="auto">
          <a:xfrm>
            <a:off x="5700218" y="3590230"/>
            <a:ext cx="1501806" cy="77117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AutoShape 27">
            <a:extLst>
              <a:ext uri="{FF2B5EF4-FFF2-40B4-BE49-F238E27FC236}">
                <a16:creationId xmlns:a16="http://schemas.microsoft.com/office/drawing/2014/main" id="{02A30DD0-5BB9-5B04-5B94-A1441F2B1EAC}"/>
              </a:ext>
            </a:extLst>
          </p:cNvPr>
          <p:cNvCxnSpPr>
            <a:cxnSpLocks noChangeShapeType="1"/>
            <a:stCxn id="5" idx="2"/>
            <a:endCxn id="31" idx="0"/>
          </p:cNvCxnSpPr>
          <p:nvPr/>
        </p:nvCxnSpPr>
        <p:spPr bwMode="auto">
          <a:xfrm>
            <a:off x="5700218" y="3590230"/>
            <a:ext cx="3598828" cy="77117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99432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>
            <a:extLst>
              <a:ext uri="{FF2B5EF4-FFF2-40B4-BE49-F238E27FC236}">
                <a16:creationId xmlns:a16="http://schemas.microsoft.com/office/drawing/2014/main" id="{F730931B-049C-4399-BEBB-5238F900B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8426"/>
            <a:ext cx="9392220" cy="45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3. </a:t>
            </a:r>
            <a:r>
              <a:rPr lang="ko-KR" altLang="en-US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변경내용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Group 90">
            <a:extLst>
              <a:ext uri="{FF2B5EF4-FFF2-40B4-BE49-F238E27FC236}">
                <a16:creationId xmlns:a16="http://schemas.microsoft.com/office/drawing/2014/main" id="{B343F5B0-DF08-4E69-A7A4-2D45E587A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619771"/>
              </p:ext>
            </p:extLst>
          </p:nvPr>
        </p:nvGraphicFramePr>
        <p:xfrm>
          <a:off x="263352" y="620688"/>
          <a:ext cx="11593288" cy="2499360"/>
        </p:xfrm>
        <a:graphic>
          <a:graphicData uri="http://schemas.openxmlformats.org/drawingml/2006/table">
            <a:tbl>
              <a:tblPr/>
              <a:tblGrid>
                <a:gridCol w="539263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040903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8975214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1037908">
                  <a:extLst>
                    <a:ext uri="{9D8B030D-6E8A-4147-A177-3AD203B41FA5}">
                      <a16:colId xmlns:a16="http://schemas.microsoft.com/office/drawing/2014/main" val="3809070370"/>
                    </a:ext>
                  </a:extLst>
                </a:gridCol>
              </a:tblGrid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2022.05.17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결재요청 </a:t>
                      </a:r>
                      <a:r>
                        <a:rPr kumimoji="1" lang="ko-KR" altLang="en-US" sz="1000" b="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클릭시</a:t>
                      </a: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신청자를 본인으로 갱신</a:t>
                      </a:r>
                      <a:r>
                        <a:rPr kumimoji="1"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br>
                        <a:rPr kumimoji="1"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</a:t>
                      </a: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결재요청화면 결재자 추가 상세화면에서 저장시에 신청자를 본인으로 갱신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</a:t>
                      </a:r>
                      <a:r>
                        <a:rPr kumimoji="1"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(A</a:t>
                      </a: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계정에서 결재자를 추가하고 화면을 </a:t>
                      </a:r>
                      <a:r>
                        <a:rPr kumimoji="1" lang="ko-KR" altLang="en-US" sz="1000" b="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닫은후에</a:t>
                      </a: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br>
                        <a:rPr kumimoji="1"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B</a:t>
                      </a: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계정으로 다시 로그인해서 </a:t>
                      </a:r>
                      <a:r>
                        <a:rPr kumimoji="1" lang="ko-KR" altLang="en-US" sz="1000" b="0" dirty="0" err="1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결재요청할</a:t>
                      </a: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경우 신청자가 </a:t>
                      </a:r>
                      <a:r>
                        <a:rPr kumimoji="1"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r>
                        <a:rPr kumimoji="1" lang="ko-KR" altLang="en-US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계정으로 저장되어 있음</a:t>
                      </a:r>
                      <a:r>
                        <a:rPr kumimoji="1" lang="en-US" altLang="ko-KR" sz="1000" b="0" dirty="0">
                          <a:solidFill>
                            <a:srgbClr val="00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박철완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71450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2023.11.04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화면를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원본 사이즈 안으로 들어오게 가로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세로 키우기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결재선선택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및 사원 선택 팝업이 이 화면 안으로 들어 와야 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Flow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설정에서 사용여부가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 값이 있으면 해당 값에 결재자 정보를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AN110_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결재선에 동일한 업무구분이 있으면 그 값으로 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 셋팅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기존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데이타가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존재하면 해당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데이타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제외하고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저장후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조회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 목록 및 상세 항목 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결재라인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2,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3 ,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기존 결재자를 결재자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 변경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Flow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결재선변경가능이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결재자 추가 및 삭제가능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이면 추가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삭제불가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박철완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75916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2597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941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44">
            <a:extLst>
              <a:ext uri="{FF2B5EF4-FFF2-40B4-BE49-F238E27FC236}">
                <a16:creationId xmlns:a16="http://schemas.microsoft.com/office/drawing/2014/main" id="{C3771201-0D2D-4F4D-A66E-031032348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6782704"/>
              </p:ext>
            </p:extLst>
          </p:nvPr>
        </p:nvGraphicFramePr>
        <p:xfrm>
          <a:off x="295100" y="606425"/>
          <a:ext cx="11561539" cy="571500"/>
        </p:xfrm>
        <a:graphic>
          <a:graphicData uri="http://schemas.openxmlformats.org/drawingml/2006/table">
            <a:tbl>
              <a:tblPr/>
              <a:tblGrid>
                <a:gridCol w="1254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9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9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appPrcList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2023.09.21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박철완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00" y="1268413"/>
            <a:ext cx="11563501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5149" name="Text Box 4">
            <a:extLst>
              <a:ext uri="{FF2B5EF4-FFF2-40B4-BE49-F238E27FC236}">
                <a16:creationId xmlns:a16="http://schemas.microsoft.com/office/drawing/2014/main" id="{E82123DB-39A1-4CBD-8CDF-11F4F99B9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8426"/>
            <a:ext cx="66024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en-US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50" name="Picture 50">
            <a:extLst>
              <a:ext uri="{FF2B5EF4-FFF2-40B4-BE49-F238E27FC236}">
                <a16:creationId xmlns:a16="http://schemas.microsoft.com/office/drawing/2014/main" id="{C93BF4FD-F960-4F8B-B974-AA4C8249D7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30685" y="1671592"/>
            <a:ext cx="1086591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" name="Rectangle 88">
            <a:extLst>
              <a:ext uri="{FF2B5EF4-FFF2-40B4-BE49-F238E27FC236}">
                <a16:creationId xmlns:a16="http://schemas.microsoft.com/office/drawing/2014/main" id="{7051DD42-2B0B-C679-9311-994296011BC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08168" y="1719216"/>
            <a:ext cx="3317875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결재요청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</a:t>
            </a: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저장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52" name="Rectangle 87">
            <a:extLst>
              <a:ext uri="{FF2B5EF4-FFF2-40B4-BE49-F238E27FC236}">
                <a16:creationId xmlns:a16="http://schemas.microsoft.com/office/drawing/2014/main" id="{5E8CB51F-17F6-812F-CA1B-38A06114E9A6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51584" y="2090941"/>
            <a:ext cx="1081088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신청자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3" name="Rectangle 87">
            <a:extLst>
              <a:ext uri="{FF2B5EF4-FFF2-40B4-BE49-F238E27FC236}">
                <a16:creationId xmlns:a16="http://schemas.microsoft.com/office/drawing/2014/main" id="{1ACDDCD3-D8BE-75B8-FDED-1D2B198C55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43129" y="2092529"/>
            <a:ext cx="108108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기안일자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4" name="Rectangle 88">
            <a:extLst>
              <a:ext uri="{FF2B5EF4-FFF2-40B4-BE49-F238E27FC236}">
                <a16:creationId xmlns:a16="http://schemas.microsoft.com/office/drawing/2014/main" id="{82DA56B4-6D83-5BE2-B68C-EDAEE0C4F2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24216" y="2113166"/>
            <a:ext cx="2365375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r>
              <a:rPr lang="en-US" altLang="ko-KR" sz="900" b="0">
                <a:solidFill>
                  <a:schemeClr val="tx1"/>
                </a:solidFill>
                <a:ea typeface="굴림" panose="020B0600000101010101" pitchFamily="50" charset="-127"/>
              </a:rPr>
              <a:t>2022-05-17</a:t>
            </a:r>
            <a:endParaRPr lang="ko-KR" altLang="en-US" sz="9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5" name="Rectangle 87">
            <a:extLst>
              <a:ext uri="{FF2B5EF4-FFF2-40B4-BE49-F238E27FC236}">
                <a16:creationId xmlns:a16="http://schemas.microsoft.com/office/drawing/2014/main" id="{E1024FD9-92CF-4757-3283-775EA8A64B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2353173" y="2371929"/>
            <a:ext cx="1081087" cy="25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algn="r"/>
            <a:r>
              <a:rPr lang="ko-KR" altLang="en-US" sz="800" b="0">
                <a:solidFill>
                  <a:schemeClr val="tx1"/>
                </a:solidFill>
                <a:ea typeface="굴림" panose="020B0600000101010101" pitchFamily="50" charset="-127"/>
              </a:rPr>
              <a:t>제목</a:t>
            </a:r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57" name="Rectangle 88">
            <a:extLst>
              <a:ext uri="{FF2B5EF4-FFF2-40B4-BE49-F238E27FC236}">
                <a16:creationId xmlns:a16="http://schemas.microsoft.com/office/drawing/2014/main" id="{5728511D-BA01-8BF1-7C09-6716E0FC01DC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4260" y="2392740"/>
            <a:ext cx="5955331" cy="233014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en-US" altLang="ko-KR" sz="900" b="0" dirty="0">
                <a:solidFill>
                  <a:schemeClr val="tx1"/>
                </a:solidFill>
                <a:ea typeface="굴림" panose="020B0600000101010101" pitchFamily="50" charset="-127"/>
              </a:rPr>
              <a:t>5/17</a:t>
            </a:r>
            <a:r>
              <a:rPr lang="ko-KR" altLang="en-US" sz="900" b="0" dirty="0">
                <a:solidFill>
                  <a:schemeClr val="tx1"/>
                </a:solidFill>
                <a:ea typeface="굴림" panose="020B0600000101010101" pitchFamily="50" charset="-127"/>
              </a:rPr>
              <a:t>일 업무일지 결재 요청</a:t>
            </a:r>
          </a:p>
        </p:txBody>
      </p:sp>
      <p:sp>
        <p:nvSpPr>
          <p:cNvPr id="65" name="Rectangle 88">
            <a:extLst>
              <a:ext uri="{FF2B5EF4-FFF2-40B4-BE49-F238E27FC236}">
                <a16:creationId xmlns:a16="http://schemas.microsoft.com/office/drawing/2014/main" id="{6DAB4B28-824A-D940-A837-85ED178198E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434260" y="2105216"/>
            <a:ext cx="2365375" cy="233363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r>
              <a:rPr lang="en-US" altLang="ko-KR" sz="900" b="0">
                <a:solidFill>
                  <a:schemeClr val="tx1"/>
                </a:solidFill>
                <a:ea typeface="굴림" panose="020B0600000101010101" pitchFamily="50" charset="-127"/>
              </a:rPr>
              <a:t>ADMIN</a:t>
            </a:r>
            <a:endParaRPr lang="ko-KR" altLang="en-US" sz="900" b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pic>
        <p:nvPicPr>
          <p:cNvPr id="87" name="Picture 4">
            <a:extLst>
              <a:ext uri="{FF2B5EF4-FFF2-40B4-BE49-F238E27FC236}">
                <a16:creationId xmlns:a16="http://schemas.microsoft.com/office/drawing/2014/main" id="{3371F9A5-00EA-43DA-D097-929390EE0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57208" y="1448298"/>
            <a:ext cx="10839391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743CE907-B780-5BB1-2AAC-42A7A286CEC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3392" y="1412776"/>
            <a:ext cx="10945215" cy="5112568"/>
          </a:xfrm>
          <a:prstGeom prst="rect">
            <a:avLst/>
          </a:prstGeom>
          <a:noFill/>
          <a:ln w="12700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buClr>
                <a:srgbClr val="0099CC"/>
              </a:buClr>
              <a:buFont typeface="Webdings" panose="05030102010509060703" pitchFamily="18" charset="2"/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endParaRPr lang="en-US" altLang="ko-KR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  <a:p>
            <a:endParaRPr lang="ko-KR" altLang="en-US" sz="800" b="0" dirty="0">
              <a:solidFill>
                <a:schemeClr val="tx1"/>
              </a:solidFill>
              <a:ea typeface="굴림" panose="020B0600000101010101" pitchFamily="50" charset="-127"/>
            </a:endParaRPr>
          </a:p>
        </p:txBody>
      </p:sp>
      <p:sp>
        <p:nvSpPr>
          <p:cNvPr id="90" name="Rectangle 88">
            <a:extLst>
              <a:ext uri="{FF2B5EF4-FFF2-40B4-BE49-F238E27FC236}">
                <a16:creationId xmlns:a16="http://schemas.microsoft.com/office/drawing/2014/main" id="{8A8584D3-5100-C23D-EAD3-51ABFF82F6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3392" y="1448543"/>
            <a:ext cx="2730500" cy="2333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>
              <a:defRPr/>
            </a:pPr>
            <a:r>
              <a:rPr lang="ko-KR" altLang="en-US" sz="900" b="0">
                <a:solidFill>
                  <a:schemeClr val="bg1">
                    <a:lumMod val="95000"/>
                  </a:schemeClr>
                </a:solidFill>
                <a:latin typeface="Arial" charset="0"/>
                <a:ea typeface="굴림" charset="-127"/>
                <a:cs typeface="Arial Unicode MS" pitchFamily="50" charset="-127"/>
              </a:rPr>
              <a:t>결재요청</a:t>
            </a:r>
            <a:endParaRPr lang="ko-KR" altLang="en-US" sz="900" b="0" dirty="0">
              <a:solidFill>
                <a:schemeClr val="bg1">
                  <a:lumMod val="95000"/>
                </a:schemeClr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graphicFrame>
        <p:nvGraphicFramePr>
          <p:cNvPr id="91" name="Group 90">
            <a:extLst>
              <a:ext uri="{FF2B5EF4-FFF2-40B4-BE49-F238E27FC236}">
                <a16:creationId xmlns:a16="http://schemas.microsoft.com/office/drawing/2014/main" id="{B76C8FB6-EF61-D0F6-0FA8-C83ECE653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582044"/>
              </p:ext>
            </p:extLst>
          </p:nvPr>
        </p:nvGraphicFramePr>
        <p:xfrm>
          <a:off x="723281" y="3047758"/>
          <a:ext cx="12315801" cy="1493000"/>
        </p:xfrm>
        <a:graphic>
          <a:graphicData uri="http://schemas.openxmlformats.org/drawingml/2006/table">
            <a:tbl>
              <a:tblPr/>
              <a:tblGrid>
                <a:gridCol w="625791">
                  <a:extLst>
                    <a:ext uri="{9D8B030D-6E8A-4147-A177-3AD203B41FA5}">
                      <a16:colId xmlns:a16="http://schemas.microsoft.com/office/drawing/2014/main" val="2630085924"/>
                    </a:ext>
                  </a:extLst>
                </a:gridCol>
                <a:gridCol w="773428">
                  <a:extLst>
                    <a:ext uri="{9D8B030D-6E8A-4147-A177-3AD203B41FA5}">
                      <a16:colId xmlns:a16="http://schemas.microsoft.com/office/drawing/2014/main" val="1792417656"/>
                    </a:ext>
                  </a:extLst>
                </a:gridCol>
                <a:gridCol w="625791">
                  <a:extLst>
                    <a:ext uri="{9D8B030D-6E8A-4147-A177-3AD203B41FA5}">
                      <a16:colId xmlns:a16="http://schemas.microsoft.com/office/drawing/2014/main" val="3588396105"/>
                    </a:ext>
                  </a:extLst>
                </a:gridCol>
                <a:gridCol w="727391">
                  <a:extLst>
                    <a:ext uri="{9D8B030D-6E8A-4147-A177-3AD203B41FA5}">
                      <a16:colId xmlns:a16="http://schemas.microsoft.com/office/drawing/2014/main" val="1735745991"/>
                    </a:ext>
                  </a:extLst>
                </a:gridCol>
                <a:gridCol w="1551305">
                  <a:extLst>
                    <a:ext uri="{9D8B030D-6E8A-4147-A177-3AD203B41FA5}">
                      <a16:colId xmlns:a16="http://schemas.microsoft.com/office/drawing/2014/main" val="4048440793"/>
                    </a:ext>
                  </a:extLst>
                </a:gridCol>
                <a:gridCol w="691919">
                  <a:extLst>
                    <a:ext uri="{9D8B030D-6E8A-4147-A177-3AD203B41FA5}">
                      <a16:colId xmlns:a16="http://schemas.microsoft.com/office/drawing/2014/main" val="23233819"/>
                    </a:ext>
                  </a:extLst>
                </a:gridCol>
                <a:gridCol w="910500">
                  <a:extLst>
                    <a:ext uri="{9D8B030D-6E8A-4147-A177-3AD203B41FA5}">
                      <a16:colId xmlns:a16="http://schemas.microsoft.com/office/drawing/2014/main" val="3219764299"/>
                    </a:ext>
                  </a:extLst>
                </a:gridCol>
                <a:gridCol w="691919">
                  <a:extLst>
                    <a:ext uri="{9D8B030D-6E8A-4147-A177-3AD203B41FA5}">
                      <a16:colId xmlns:a16="http://schemas.microsoft.com/office/drawing/2014/main" val="2840901388"/>
                    </a:ext>
                  </a:extLst>
                </a:gridCol>
                <a:gridCol w="910500">
                  <a:extLst>
                    <a:ext uri="{9D8B030D-6E8A-4147-A177-3AD203B41FA5}">
                      <a16:colId xmlns:a16="http://schemas.microsoft.com/office/drawing/2014/main" val="2777134208"/>
                    </a:ext>
                  </a:extLst>
                </a:gridCol>
                <a:gridCol w="691919">
                  <a:extLst>
                    <a:ext uri="{9D8B030D-6E8A-4147-A177-3AD203B41FA5}">
                      <a16:colId xmlns:a16="http://schemas.microsoft.com/office/drawing/2014/main" val="121481052"/>
                    </a:ext>
                  </a:extLst>
                </a:gridCol>
                <a:gridCol w="910500">
                  <a:extLst>
                    <a:ext uri="{9D8B030D-6E8A-4147-A177-3AD203B41FA5}">
                      <a16:colId xmlns:a16="http://schemas.microsoft.com/office/drawing/2014/main" val="630116887"/>
                    </a:ext>
                  </a:extLst>
                </a:gridCol>
                <a:gridCol w="691919">
                  <a:extLst>
                    <a:ext uri="{9D8B030D-6E8A-4147-A177-3AD203B41FA5}">
                      <a16:colId xmlns:a16="http://schemas.microsoft.com/office/drawing/2014/main" val="1665395228"/>
                    </a:ext>
                  </a:extLst>
                </a:gridCol>
                <a:gridCol w="910500">
                  <a:extLst>
                    <a:ext uri="{9D8B030D-6E8A-4147-A177-3AD203B41FA5}">
                      <a16:colId xmlns:a16="http://schemas.microsoft.com/office/drawing/2014/main" val="1780497552"/>
                    </a:ext>
                  </a:extLst>
                </a:gridCol>
                <a:gridCol w="691919">
                  <a:extLst>
                    <a:ext uri="{9D8B030D-6E8A-4147-A177-3AD203B41FA5}">
                      <a16:colId xmlns:a16="http://schemas.microsoft.com/office/drawing/2014/main" val="2249893034"/>
                    </a:ext>
                  </a:extLst>
                </a:gridCol>
                <a:gridCol w="910500">
                  <a:extLst>
                    <a:ext uri="{9D8B030D-6E8A-4147-A177-3AD203B41FA5}">
                      <a16:colId xmlns:a16="http://schemas.microsoft.com/office/drawing/2014/main" val="1863012790"/>
                    </a:ext>
                  </a:extLst>
                </a:gridCol>
              </a:tblGrid>
              <a:tr h="213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결재순서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필수결재자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결재라인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결재구분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결재라인명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153606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과장직급</a:t>
                      </a:r>
                      <a:r>
                        <a:rPr kumimoji="1" lang="en-US" altLang="ko-KR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담당자의 승인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전길동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김길동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909960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367975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</a:t>
                      </a: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부장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보전부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850412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91663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798101"/>
                  </a:ext>
                </a:extLst>
              </a:tr>
              <a:tr h="2132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39" marR="91439" marT="45668" marB="45668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89965"/>
                  </a:ext>
                </a:extLst>
              </a:tr>
            </a:tbl>
          </a:graphicData>
        </a:graphic>
      </p:graphicFrame>
      <p:pic>
        <p:nvPicPr>
          <p:cNvPr id="93" name="Picture 50">
            <a:extLst>
              <a:ext uri="{FF2B5EF4-FFF2-40B4-BE49-F238E27FC236}">
                <a16:creationId xmlns:a16="http://schemas.microsoft.com/office/drawing/2014/main" id="{E4A88559-D36B-1EC9-4F41-D837724CE0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666174" y="2708920"/>
            <a:ext cx="10696432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4" name="Rectangle 88">
            <a:extLst>
              <a:ext uri="{FF2B5EF4-FFF2-40B4-BE49-F238E27FC236}">
                <a16:creationId xmlns:a16="http://schemas.microsoft.com/office/drawing/2014/main" id="{D4642711-6960-644D-ED4A-73FAAE8D4BE5}"/>
              </a:ext>
            </a:extLst>
          </p:cNvPr>
          <p:cNvSpPr>
            <a:spLocks noChangeArrowheads="1"/>
          </p:cNvSpPr>
          <p:nvPr/>
        </p:nvSpPr>
        <p:spPr bwMode="gray">
          <a:xfrm>
            <a:off x="6672064" y="2785734"/>
            <a:ext cx="4199060" cy="2333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algn="ctr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r">
              <a:defRPr/>
            </a:pP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기본 결재자로 저장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 </a:t>
            </a:r>
            <a:r>
              <a:rPr lang="ko-KR" altLang="en-US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저장</a:t>
            </a:r>
            <a:r>
              <a:rPr lang="en-US" altLang="ko-KR" sz="900" b="0" dirty="0">
                <a:solidFill>
                  <a:schemeClr val="tx1"/>
                </a:solidFill>
                <a:latin typeface="Arial" charset="0"/>
                <a:ea typeface="굴림" charset="-127"/>
                <a:cs typeface="Arial Unicode MS" pitchFamily="50" charset="-127"/>
              </a:rPr>
              <a:t>, Setting</a:t>
            </a:r>
            <a:endParaRPr lang="ko-KR" altLang="en-US" sz="900" b="0" dirty="0">
              <a:solidFill>
                <a:schemeClr val="tx1"/>
              </a:solidFill>
              <a:latin typeface="Arial" charset="0"/>
              <a:ea typeface="굴림" charset="-127"/>
              <a:cs typeface="Arial Unicode MS" pitchFamily="50" charset="-127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8BC888AE-4836-01CB-7571-872ECC9B6229}"/>
              </a:ext>
            </a:extLst>
          </p:cNvPr>
          <p:cNvSpPr/>
          <p:nvPr/>
        </p:nvSpPr>
        <p:spPr bwMode="auto">
          <a:xfrm>
            <a:off x="7123955" y="3277697"/>
            <a:ext cx="134937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51051FF9-618A-BBD5-B27E-446A3F6B31AF}"/>
              </a:ext>
            </a:extLst>
          </p:cNvPr>
          <p:cNvSpPr/>
          <p:nvPr/>
        </p:nvSpPr>
        <p:spPr bwMode="auto">
          <a:xfrm>
            <a:off x="8715424" y="3277697"/>
            <a:ext cx="134937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1FBCA93D-EE78-44C9-D9C8-0CA03F8D1442}"/>
              </a:ext>
            </a:extLst>
          </p:cNvPr>
          <p:cNvSpPr/>
          <p:nvPr/>
        </p:nvSpPr>
        <p:spPr bwMode="auto">
          <a:xfrm>
            <a:off x="10319443" y="3277697"/>
            <a:ext cx="134937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B265DE10-84CF-BDBF-2C10-A1AE409C194E}"/>
              </a:ext>
            </a:extLst>
          </p:cNvPr>
          <p:cNvSpPr/>
          <p:nvPr/>
        </p:nvSpPr>
        <p:spPr bwMode="auto">
          <a:xfrm>
            <a:off x="11923462" y="3277697"/>
            <a:ext cx="134937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B632909F-E22F-C89D-558D-4810C0647BC6}"/>
              </a:ext>
            </a:extLst>
          </p:cNvPr>
          <p:cNvSpPr/>
          <p:nvPr/>
        </p:nvSpPr>
        <p:spPr bwMode="auto">
          <a:xfrm>
            <a:off x="5519936" y="3277697"/>
            <a:ext cx="134937" cy="155575"/>
          </a:xfrm>
          <a:prstGeom prst="ellipse">
            <a:avLst/>
          </a:prstGeom>
          <a:noFill/>
          <a:ln w="158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 anchor="ctr" anchorCtr="1"/>
          <a:lstStyle/>
          <a:p>
            <a:pPr>
              <a:defRPr/>
            </a:pPr>
            <a:endParaRPr lang="ko-KR" altLang="en-US" sz="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216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B5C18579-05C1-418E-80A3-F0954CA2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00" y="1268413"/>
            <a:ext cx="11563501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C743AF73-3A26-6D62-CBA4-8F0BCE61F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8426"/>
            <a:ext cx="815543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en-US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90">
            <a:extLst>
              <a:ext uri="{FF2B5EF4-FFF2-40B4-BE49-F238E27FC236}">
                <a16:creationId xmlns:a16="http://schemas.microsoft.com/office/drawing/2014/main" id="{D83C6D85-8521-61B2-85ED-E9D140E7E2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335999"/>
              </p:ext>
            </p:extLst>
          </p:nvPr>
        </p:nvGraphicFramePr>
        <p:xfrm>
          <a:off x="366538" y="1592940"/>
          <a:ext cx="11346085" cy="2261616"/>
        </p:xfrm>
        <a:graphic>
          <a:graphicData uri="http://schemas.openxmlformats.org/drawingml/2006/table">
            <a:tbl>
              <a:tblPr/>
              <a:tblGrid>
                <a:gridCol w="546332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344682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1530821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919554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7004696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버튼영역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버튼명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권한기능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Loading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AR114_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승인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Flow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설정에 있는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데이타와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AN210_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기본결재자설정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데이타를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이용해서 조회하고 해당 값을 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저장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결재요청을 호출하는 화면에서 해당 요청화면과 맞는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업무구분값을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셋팅해서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조회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AN210_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기본결재자설정에서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셋팅된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결재자를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Default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로 조회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Grid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화면은 항상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Editable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상태임 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32356"/>
                  </a:ext>
                </a:extLst>
              </a:tr>
              <a:tr h="1980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Detail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결재요청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필수결재자가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이면 결재자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 사원은 반드시 저장되어 있어야 함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신청자를 본인으로 변경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기안일자를 오늘로 변경</a:t>
                      </a:r>
                      <a:b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"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결재요청 되었습니다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"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메세지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후 화면 닫기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해당건의 결재상태를 결재요청으로 변경하고 화면 상태조건 적용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..</a:t>
                      </a:r>
                    </a:p>
                    <a:p>
                      <a:pPr marL="171450" marR="0" lvl="0" indent="-17145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필수결재자가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이고 결재자가 없는 단계는 결재선에서 제외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958769"/>
                  </a:ext>
                </a:extLst>
              </a:tr>
              <a:tr h="1980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Detail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데이타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저장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900068"/>
                  </a:ext>
                </a:extLst>
              </a:tr>
              <a:tr h="1980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Detail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Field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설정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866429"/>
                  </a:ext>
                </a:extLst>
              </a:tr>
              <a:tr h="1980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기본결재자로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현재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셋팅한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결재자를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AN210_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기본결재자설정에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기본결재자로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저장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4905586"/>
                  </a:ext>
                </a:extLst>
              </a:tr>
              <a:tr h="1980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저장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Grid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에 결재자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데이타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저장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.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864776"/>
                  </a:ext>
                </a:extLst>
              </a:tr>
              <a:tr h="1980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목록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 Grid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설정 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Setting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742309"/>
                  </a:ext>
                </a:extLst>
              </a:tr>
            </a:tbl>
          </a:graphicData>
        </a:graphic>
      </p:graphicFrame>
      <p:sp>
        <p:nvSpPr>
          <p:cNvPr id="6" name="Rectangle 8">
            <a:extLst>
              <a:ext uri="{FF2B5EF4-FFF2-40B4-BE49-F238E27FC236}">
                <a16:creationId xmlns:a16="http://schemas.microsoft.com/office/drawing/2014/main" id="{9AF6551D-51C4-F6ED-3752-07C2C2018B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575" y="1313586"/>
            <a:ext cx="1737157" cy="206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●Button</a:t>
            </a:r>
          </a:p>
        </p:txBody>
      </p:sp>
      <p:graphicFrame>
        <p:nvGraphicFramePr>
          <p:cNvPr id="7" name="Group 144">
            <a:extLst>
              <a:ext uri="{FF2B5EF4-FFF2-40B4-BE49-F238E27FC236}">
                <a16:creationId xmlns:a16="http://schemas.microsoft.com/office/drawing/2014/main" id="{900245D7-5D21-D0EF-0070-D9898B27C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348558"/>
              </p:ext>
            </p:extLst>
          </p:nvPr>
        </p:nvGraphicFramePr>
        <p:xfrm>
          <a:off x="295100" y="606425"/>
          <a:ext cx="11561539" cy="571500"/>
        </p:xfrm>
        <a:graphic>
          <a:graphicData uri="http://schemas.openxmlformats.org/drawingml/2006/table">
            <a:tbl>
              <a:tblPr/>
              <a:tblGrid>
                <a:gridCol w="1254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9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9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appPrcList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2023.09.21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박철완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365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B388D-16F3-DF54-3918-063C1697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Rectangle 111">
            <a:extLst>
              <a:ext uri="{FF2B5EF4-FFF2-40B4-BE49-F238E27FC236}">
                <a16:creationId xmlns:a16="http://schemas.microsoft.com/office/drawing/2014/main" id="{4D9B584D-26AA-1699-239F-B0C371E3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100" y="1268413"/>
            <a:ext cx="11563501" cy="53705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1427" tIns="45713" rIns="91427" bIns="45713" anchor="ctr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endParaRPr lang="ko-KR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F7B0F9BF-8545-D01E-E066-B2FFA7D47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8426"/>
            <a:ext cx="815543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71990" tIns="71990" rIns="71990" bIns="71990">
            <a:spAutoFit/>
          </a:bodyPr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>
              <a:spcBef>
                <a:spcPct val="50000"/>
              </a:spcBef>
              <a:buClr>
                <a:srgbClr val="0099CC"/>
              </a:buClr>
              <a:buFont typeface="Webdings" panose="05030102010509060703" pitchFamily="18" charset="2"/>
              <a:buNone/>
            </a:pPr>
            <a:r>
              <a:rPr lang="en-US" altLang="ko-KR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en-US" sz="20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목록</a:t>
            </a:r>
            <a:endParaRPr lang="en-US" altLang="ko-KR" sz="2000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7" name="Group 144">
            <a:extLst>
              <a:ext uri="{FF2B5EF4-FFF2-40B4-BE49-F238E27FC236}">
                <a16:creationId xmlns:a16="http://schemas.microsoft.com/office/drawing/2014/main" id="{D074B7D9-933B-F474-E8F9-8916740D91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103123"/>
              </p:ext>
            </p:extLst>
          </p:nvPr>
        </p:nvGraphicFramePr>
        <p:xfrm>
          <a:off x="295100" y="606425"/>
          <a:ext cx="11561539" cy="571500"/>
        </p:xfrm>
        <a:graphic>
          <a:graphicData uri="http://schemas.openxmlformats.org/drawingml/2006/table">
            <a:tbl>
              <a:tblPr/>
              <a:tblGrid>
                <a:gridCol w="1254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8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8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9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79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7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  일 </a:t>
                      </a: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#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appPrcList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명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 일 위 치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Dream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파일설명</a:t>
                      </a: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설계일자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2023.09.21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설계자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박철완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주요기능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2" marR="36002" marT="18004" marB="18004" anchor="ctr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9F7A7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결재요청</a:t>
                      </a:r>
                    </a:p>
                  </a:txBody>
                  <a:tcPr marL="36002" marR="36002" marT="18004" marB="18004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8">
            <a:extLst>
              <a:ext uri="{FF2B5EF4-FFF2-40B4-BE49-F238E27FC236}">
                <a16:creationId xmlns:a16="http://schemas.microsoft.com/office/drawing/2014/main" id="{0015C7C0-DFC8-6D14-74EF-17F8476A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394" y="1377130"/>
            <a:ext cx="2241213" cy="206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prstDash val="dash"/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1pPr>
            <a:lvl2pPr marL="742950" indent="-28575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2pPr>
            <a:lvl3pPr marL="11430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3pPr>
            <a:lvl4pPr marL="16002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4pPr>
            <a:lvl5pPr marL="2057400" indent="-228600"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bg1"/>
                </a:solidFill>
                <a:latin typeface="Arial" panose="020B0604020202020204" pitchFamily="34" charset="0"/>
                <a:ea typeface="Arial Unicode MS" pitchFamily="50" charset="-127"/>
              </a:defRPr>
            </a:lvl9pPr>
          </a:lstStyle>
          <a:p>
            <a:pPr eaLnBrk="1" latinLnBrk="1" hangingPunct="1">
              <a:lnSpc>
                <a:spcPct val="90000"/>
              </a:lnSpc>
              <a:spcBef>
                <a:spcPct val="20000"/>
              </a:spcBef>
            </a:pPr>
            <a:r>
              <a:rPr kumimoji="1" lang="en-US" altLang="ko-KR" sz="1000" b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● Grid</a:t>
            </a:r>
            <a:endParaRPr kumimoji="1" lang="en-US" altLang="ko-KR" sz="1000" b="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9" name="Group 90">
            <a:extLst>
              <a:ext uri="{FF2B5EF4-FFF2-40B4-BE49-F238E27FC236}">
                <a16:creationId xmlns:a16="http://schemas.microsoft.com/office/drawing/2014/main" id="{72C0626A-8790-0360-A9F7-6C9E56EE1C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808628"/>
              </p:ext>
            </p:extLst>
          </p:nvPr>
        </p:nvGraphicFramePr>
        <p:xfrm>
          <a:off x="478359" y="1588376"/>
          <a:ext cx="11234265" cy="3857081"/>
        </p:xfrm>
        <a:graphic>
          <a:graphicData uri="http://schemas.openxmlformats.org/drawingml/2006/table">
            <a:tbl>
              <a:tblPr/>
              <a:tblGrid>
                <a:gridCol w="433065">
                  <a:extLst>
                    <a:ext uri="{9D8B030D-6E8A-4147-A177-3AD203B41FA5}">
                      <a16:colId xmlns:a16="http://schemas.microsoft.com/office/drawing/2014/main" val="1542866627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53429843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750936456"/>
                    </a:ext>
                  </a:extLst>
                </a:gridCol>
                <a:gridCol w="875994">
                  <a:extLst>
                    <a:ext uri="{9D8B030D-6E8A-4147-A177-3AD203B41FA5}">
                      <a16:colId xmlns:a16="http://schemas.microsoft.com/office/drawing/2014/main" val="2795530110"/>
                    </a:ext>
                  </a:extLst>
                </a:gridCol>
                <a:gridCol w="668232">
                  <a:extLst>
                    <a:ext uri="{9D8B030D-6E8A-4147-A177-3AD203B41FA5}">
                      <a16:colId xmlns:a16="http://schemas.microsoft.com/office/drawing/2014/main" val="277594223"/>
                    </a:ext>
                  </a:extLst>
                </a:gridCol>
                <a:gridCol w="1181789">
                  <a:extLst>
                    <a:ext uri="{9D8B030D-6E8A-4147-A177-3AD203B41FA5}">
                      <a16:colId xmlns:a16="http://schemas.microsoft.com/office/drawing/2014/main" val="2244970948"/>
                    </a:ext>
                  </a:extLst>
                </a:gridCol>
                <a:gridCol w="1271103">
                  <a:extLst>
                    <a:ext uri="{9D8B030D-6E8A-4147-A177-3AD203B41FA5}">
                      <a16:colId xmlns:a16="http://schemas.microsoft.com/office/drawing/2014/main" val="2108126465"/>
                    </a:ext>
                  </a:extLst>
                </a:gridCol>
                <a:gridCol w="4571834">
                  <a:extLst>
                    <a:ext uri="{9D8B030D-6E8A-4147-A177-3AD203B41FA5}">
                      <a16:colId xmlns:a16="http://schemas.microsoft.com/office/drawing/2014/main" val="2275682255"/>
                    </a:ext>
                  </a:extLst>
                </a:gridCol>
              </a:tblGrid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#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속성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Editable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정렬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513712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결재순서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APPR_SEQ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199227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필수결재자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center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TAWFPHASE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IS_MAND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637288"/>
                  </a:ext>
                </a:extLst>
              </a:tr>
              <a:tr h="153017"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결재라인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TALANG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KEY_NAME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TAAPPRUSR.GRADE_TYPE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5922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결재구분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TALANG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KEY_NAME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TAAPPRUSR.APPRUSR_TYPE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41070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결재라인명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TAWFPHASE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059861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TAEMP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EMP_NAME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144839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TADEPT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APPR_BY1_GRADE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TAAPPRUSR.APPR_BY1_DEPT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168543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TAEMP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EMP_NAME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234857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TADEPT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APPR_BY2_GRADE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TAAPPRUSR.APPR_BY2_DEPT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6269055"/>
                  </a:ext>
                </a:extLst>
              </a:tr>
              <a:tr h="22996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TAEMP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7098110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TADEPT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APPR_BY3_GRADE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TAAPPRUSR.APPR_BY3_DEPT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3330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TAEMP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851258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TADEPT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APPR_BY4_GRADE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TAAPPRUSR.APPR_BY4_DEPT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356619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결재자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TAEMP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EMP_NAME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827702"/>
                  </a:ext>
                </a:extLst>
              </a:tr>
              <a:tr h="15301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부서</a:t>
                      </a: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Text</a:t>
                      </a:r>
                      <a:endParaRPr kumimoji="1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Left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TADEPT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APPR_BY5_GRADE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TAAPPRUSR.APPR_BY5_DEPT</a:t>
                      </a:r>
                      <a:b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62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067235"/>
      </p:ext>
    </p:extLst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tx1"/>
          </a:outerShdw>
        </a:effectLst>
      </a:spPr>
      <a:bodyPr vert="horz" wrap="square" lIns="90000" tIns="46800" rIns="90000" bIns="4680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CC"/>
          </a:buClr>
          <a:buSzTx/>
          <a:buFont typeface="Webdings" pitchFamily="18" charset="2"/>
          <a:buNone/>
          <a:tabLst/>
          <a:defRPr kumimoji="0" lang="ko-KR" altLang="en-US" sz="1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  <a:ea typeface="Arial Unicode MS" pitchFamily="50" charset="-127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>
          <a:outerShdw dist="35921" dir="2700000" algn="ctr" rotWithShape="0">
            <a:schemeClr val="tx1"/>
          </a:outerShdw>
        </a:effectLst>
      </a:spPr>
      <a:bodyPr vert="horz" wrap="square" lIns="90000" tIns="46800" rIns="90000" bIns="46800" numCol="1" anchor="ctr" anchorCtr="1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0099CC"/>
          </a:buClr>
          <a:buSzTx/>
          <a:buFont typeface="Webdings" pitchFamily="18" charset="2"/>
          <a:buNone/>
          <a:tabLst/>
          <a:defRPr kumimoji="0" lang="ko-KR" altLang="en-US" sz="14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charset="0"/>
            <a:ea typeface="Arial Unicode MS" pitchFamily="50" charset="-127"/>
            <a:cs typeface="Arial" charset="0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19028</TotalTime>
  <Words>794</Words>
  <Application>Microsoft Office PowerPoint</Application>
  <PresentationFormat>와이드스크린</PresentationFormat>
  <Paragraphs>296</Paragraphs>
  <Slides>7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HY헤드라인M</vt:lpstr>
      <vt:lpstr>굴림</vt:lpstr>
      <vt:lpstr>맑은 고딕</vt:lpstr>
      <vt:lpstr>Arial</vt:lpstr>
      <vt:lpstr>Webdings</vt:lpstr>
      <vt:lpstr>Wingdings</vt:lpstr>
      <vt:lpstr>1_기본 디자인</vt:lpstr>
      <vt:lpstr>Microsoft PowerPoint 97-2003 Presentation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bizconsulting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shjung</dc:creator>
  <cp:lastModifiedBy>윤 휘경</cp:lastModifiedBy>
  <cp:revision>3160</cp:revision>
  <dcterms:created xsi:type="dcterms:W3CDTF">2004-06-15T05:11:38Z</dcterms:created>
  <dcterms:modified xsi:type="dcterms:W3CDTF">2026-10-14T23:17:54Z</dcterms:modified>
</cp:coreProperties>
</file>