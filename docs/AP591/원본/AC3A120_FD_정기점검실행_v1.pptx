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</p:sldMasterIdLst>
  <p:notesMasterIdLst>
    <p:notesMasterId r:id="rId30"/>
  </p:notesMasterIdLst>
  <p:handoutMasterIdLst>
    <p:handoutMasterId r:id="rId31"/>
  </p:handoutMasterIdLst>
  <p:sldIdLst>
    <p:sldId id="259" r:id="rId2"/>
    <p:sldId id="614" r:id="rId3"/>
    <p:sldId id="619" r:id="rId4"/>
    <p:sldId id="617" r:id="rId5"/>
    <p:sldId id="618" r:id="rId6"/>
    <p:sldId id="603" r:id="rId7"/>
    <p:sldId id="621" r:id="rId8"/>
    <p:sldId id="622" r:id="rId9"/>
    <p:sldId id="623" r:id="rId10"/>
    <p:sldId id="628" r:id="rId11"/>
    <p:sldId id="629" r:id="rId12"/>
    <p:sldId id="620" r:id="rId13"/>
    <p:sldId id="631" r:id="rId14"/>
    <p:sldId id="632" r:id="rId15"/>
    <p:sldId id="593" r:id="rId16"/>
    <p:sldId id="633" r:id="rId17"/>
    <p:sldId id="634" r:id="rId18"/>
    <p:sldId id="596" r:id="rId19"/>
    <p:sldId id="635" r:id="rId20"/>
    <p:sldId id="636" r:id="rId21"/>
    <p:sldId id="637" r:id="rId22"/>
    <p:sldId id="638" r:id="rId23"/>
    <p:sldId id="639" r:id="rId24"/>
    <p:sldId id="640" r:id="rId25"/>
    <p:sldId id="627" r:id="rId26"/>
    <p:sldId id="624" r:id="rId27"/>
    <p:sldId id="625" r:id="rId28"/>
    <p:sldId id="626" r:id="rId29"/>
  </p:sldIdLst>
  <p:sldSz cx="12192000" cy="6858000"/>
  <p:notesSz cx="6813550" cy="994568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1pPr>
    <a:lvl2pPr marL="455613" indent="-2413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2pPr>
    <a:lvl3pPr marL="912813" indent="-482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3pPr>
    <a:lvl4pPr marL="1370013" indent="-725488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4pPr>
    <a:lvl5pPr marL="1827213" indent="-966788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5pPr>
    <a:lvl6pPr marL="22860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6pPr>
    <a:lvl7pPr marL="27432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7pPr>
    <a:lvl8pPr marL="32004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8pPr>
    <a:lvl9pPr marL="36576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4" userDrawn="1">
          <p15:clr>
            <a:srgbClr val="A4A3A4"/>
          </p15:clr>
        </p15:guide>
        <p15:guide id="2" orient="horz" pos="3918" userDrawn="1">
          <p15:clr>
            <a:srgbClr val="A4A3A4"/>
          </p15:clr>
        </p15:guide>
        <p15:guide id="3" pos="420" userDrawn="1">
          <p15:clr>
            <a:srgbClr val="A4A3A4"/>
          </p15:clr>
        </p15:guide>
        <p15:guide id="4" pos="4677" userDrawn="1">
          <p15:clr>
            <a:srgbClr val="A4A3A4"/>
          </p15:clr>
        </p15:guide>
        <p15:guide id="5" pos="838" userDrawn="1">
          <p15:clr>
            <a:srgbClr val="A4A3A4"/>
          </p15:clr>
        </p15:guide>
        <p15:guide id="6" pos="7328" userDrawn="1">
          <p15:clr>
            <a:srgbClr val="A4A3A4"/>
          </p15:clr>
        </p15:guide>
        <p15:guide id="7" pos="7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CF"/>
    <a:srgbClr val="C3C3FF"/>
    <a:srgbClr val="808080"/>
    <a:srgbClr val="99CCFF"/>
    <a:srgbClr val="ADE0FF"/>
    <a:srgbClr val="FFFFCC"/>
    <a:srgbClr val="CCCC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74" autoAdjust="0"/>
    <p:restoredTop sz="97120" autoAdjust="0"/>
  </p:normalViewPr>
  <p:slideViewPr>
    <p:cSldViewPr>
      <p:cViewPr varScale="1">
        <p:scale>
          <a:sx n="103" d="100"/>
          <a:sy n="103" d="100"/>
        </p:scale>
        <p:origin x="1326" y="78"/>
      </p:cViewPr>
      <p:guideLst>
        <p:guide orient="horz" pos="3634"/>
        <p:guide orient="horz" pos="3918"/>
        <p:guide pos="420"/>
        <p:guide pos="4677"/>
        <p:guide pos="838"/>
        <p:guide pos="7328"/>
        <p:guide pos="767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4014" y="90"/>
      </p:cViewPr>
      <p:guideLst>
        <p:guide orient="horz" pos="3132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4C410E-62EB-4BF2-8621-4B8C5C00B4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109FF2B-21AF-46A4-B502-C677C0B96BD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A1EBE50-7BEB-4FB9-B36F-56792CD58C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80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4AFBE1F-E204-42A8-A2AD-4EE3E33DAD5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880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A638376-CC03-4D79-9BC7-6855E9E15F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18F36B1-C2E5-4F98-A586-C54CCA5DA2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134C919-C862-4533-AC06-1EB2B2D470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3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173757B-3706-4764-9585-B1FB2D7EEBB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940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4EC0EDD9-D140-40B1-904D-A4B2D1752E6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1475" cy="447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C9F16FDC-1828-4B28-8DF3-4DDF449A8C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04076054-626B-4DE1-B5FB-6E91E4A29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F7F7F94-2AAC-46FE-927D-FB1CC35466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56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28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00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72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5655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6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16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47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Base" hidden="1">
            <a:extLst>
              <a:ext uri="{FF2B5EF4-FFF2-40B4-BE49-F238E27FC236}">
                <a16:creationId xmlns:a16="http://schemas.microsoft.com/office/drawing/2014/main" id="{9A6071D6-4516-4B1D-9DDE-FB673EC38B79}"/>
              </a:ext>
            </a:extLst>
          </p:cNvPr>
          <p:cNvGraphicFramePr>
            <a:graphicFrameLocks/>
          </p:cNvGraphicFramePr>
          <p:nvPr userDrawn="1"/>
        </p:nvGraphicFramePr>
        <p:xfrm>
          <a:off x="2032000" y="1227139"/>
          <a:ext cx="8128000" cy="440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">
                  <p:embed/>
                </p:oleObj>
              </mc:Choice>
              <mc:Fallback>
                <p:oleObj r:id="rId2" imgW="0" imgH="0" progId="">
                  <p:embed/>
                  <p:pic>
                    <p:nvPicPr>
                      <p:cNvPr id="0" name="AutoShape 655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227139"/>
                        <a:ext cx="8128000" cy="440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12">
            <a:extLst>
              <a:ext uri="{FF2B5EF4-FFF2-40B4-BE49-F238E27FC236}">
                <a16:creationId xmlns:a16="http://schemas.microsoft.com/office/drawing/2014/main" id="{2A6E6558-C457-4C0A-BEC7-95BD8526D7C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4400" y="1952625"/>
            <a:ext cx="10372970" cy="0"/>
          </a:xfrm>
          <a:prstGeom prst="line">
            <a:avLst/>
          </a:prstGeom>
          <a:noFill/>
          <a:ln w="57150">
            <a:solidFill>
              <a:srgbClr val="D0A660"/>
            </a:solidFill>
            <a:round/>
            <a:headEnd/>
            <a:tailEnd/>
          </a:ln>
          <a:effectLst/>
        </p:spPr>
        <p:txBody>
          <a:bodyPr lIns="91427" tIns="45713" rIns="91427" bIns="45713"/>
          <a:lstStyle/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endParaRPr lang="ko-KR" altLang="en-US" sz="1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 Unicode MS" pitchFamily="50" charset="-127"/>
            </a:endParaRP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B50A85F4-C643-473F-94DD-49CECCDD1D5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4400" y="3338513"/>
            <a:ext cx="10372970" cy="0"/>
          </a:xfrm>
          <a:prstGeom prst="line">
            <a:avLst/>
          </a:prstGeom>
          <a:noFill/>
          <a:ln w="57150">
            <a:solidFill>
              <a:srgbClr val="D0A660"/>
            </a:solidFill>
            <a:round/>
            <a:headEnd/>
            <a:tailEnd/>
          </a:ln>
          <a:effectLst/>
        </p:spPr>
        <p:txBody>
          <a:bodyPr lIns="91427" tIns="45713" rIns="91427" bIns="45713"/>
          <a:lstStyle/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endParaRPr lang="ko-KR" altLang="en-US" sz="1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 Unicode MS" pitchFamily="50" charset="-127"/>
            </a:endParaRPr>
          </a:p>
        </p:txBody>
      </p:sp>
      <p:sp>
        <p:nvSpPr>
          <p:cNvPr id="24586" name="Rectangle 10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662991" y="2136777"/>
            <a:ext cx="9307660" cy="10207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>
              <a:defRPr>
                <a:solidFill>
                  <a:srgbClr val="D0A660"/>
                </a:solidFill>
              </a:defRPr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3320118" y="5319715"/>
            <a:ext cx="6210319" cy="6302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1792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98" y="1600202"/>
            <a:ext cx="10972606" cy="4525963"/>
          </a:xfrm>
          <a:prstGeom prst="rect">
            <a:avLst/>
          </a:prstGeom>
        </p:spPr>
        <p:txBody>
          <a:bodyPr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3949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401" y="4406902"/>
            <a:ext cx="10362906" cy="1362075"/>
          </a:xfrm>
          <a:prstGeom prst="rect">
            <a:avLst/>
          </a:prstGeom>
        </p:spPr>
        <p:txBody>
          <a:bodyPr lIns="91427" tIns="45713" rIns="91427" bIns="45713"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401" y="2906715"/>
            <a:ext cx="10362906" cy="1500187"/>
          </a:xfrm>
          <a:prstGeom prst="rect">
            <a:avLst/>
          </a:prstGeom>
        </p:spPr>
        <p:txBody>
          <a:bodyPr lIns="91427" tIns="45713" rIns="91427" bIns="45713" anchor="b"/>
          <a:lstStyle>
            <a:lvl1pPr marL="0" indent="0">
              <a:buNone/>
              <a:defRPr sz="2000"/>
            </a:lvl1pPr>
            <a:lvl2pPr marL="457131" indent="0">
              <a:buNone/>
              <a:defRPr sz="1800"/>
            </a:lvl2pPr>
            <a:lvl3pPr marL="914262" indent="0">
              <a:buNone/>
              <a:defRPr sz="1600"/>
            </a:lvl3pPr>
            <a:lvl4pPr marL="1371392" indent="0">
              <a:buNone/>
              <a:defRPr sz="1400"/>
            </a:lvl4pPr>
            <a:lvl5pPr marL="1828524" indent="0">
              <a:buNone/>
              <a:defRPr sz="1400"/>
            </a:lvl5pPr>
            <a:lvl6pPr marL="2285655" indent="0">
              <a:buNone/>
              <a:defRPr sz="1400"/>
            </a:lvl6pPr>
            <a:lvl7pPr marL="2742786" indent="0">
              <a:buNone/>
              <a:defRPr sz="1400"/>
            </a:lvl7pPr>
            <a:lvl8pPr marL="3199916" indent="0">
              <a:buNone/>
              <a:defRPr sz="1400"/>
            </a:lvl8pPr>
            <a:lvl9pPr marL="3657047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2619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99" y="1600202"/>
            <a:ext cx="5391526" cy="4525963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88824" y="1600202"/>
            <a:ext cx="5393479" cy="4525963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3079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99" y="1535114"/>
            <a:ext cx="5387617" cy="639762"/>
          </a:xfrm>
          <a:prstGeom prst="rect">
            <a:avLst/>
          </a:prstGeom>
        </p:spPr>
        <p:txBody>
          <a:bodyPr lIns="91427" tIns="45713" rIns="91427" bIns="45713" anchor="b"/>
          <a:lstStyle>
            <a:lvl1pPr marL="0" indent="0">
              <a:buNone/>
              <a:defRPr sz="2400" b="1"/>
            </a:lvl1pPr>
            <a:lvl2pPr marL="457131" indent="0">
              <a:buNone/>
              <a:defRPr sz="2000" b="1"/>
            </a:lvl2pPr>
            <a:lvl3pPr marL="914262" indent="0">
              <a:buNone/>
              <a:defRPr sz="1800" b="1"/>
            </a:lvl3pPr>
            <a:lvl4pPr marL="1371392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5" indent="0">
              <a:buNone/>
              <a:defRPr sz="1600" b="1"/>
            </a:lvl6pPr>
            <a:lvl7pPr marL="2742786" indent="0">
              <a:buNone/>
              <a:defRPr sz="1600" b="1"/>
            </a:lvl7pPr>
            <a:lvl8pPr marL="3199916" indent="0">
              <a:buNone/>
              <a:defRPr sz="1600" b="1"/>
            </a:lvl8pPr>
            <a:lvl9pPr marL="365704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99" y="2174876"/>
            <a:ext cx="5387617" cy="3951288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2734" y="1535114"/>
            <a:ext cx="5389570" cy="639762"/>
          </a:xfrm>
          <a:prstGeom prst="rect">
            <a:avLst/>
          </a:prstGeom>
        </p:spPr>
        <p:txBody>
          <a:bodyPr lIns="91427" tIns="45713" rIns="91427" bIns="45713" anchor="b"/>
          <a:lstStyle>
            <a:lvl1pPr marL="0" indent="0">
              <a:buNone/>
              <a:defRPr sz="2400" b="1"/>
            </a:lvl1pPr>
            <a:lvl2pPr marL="457131" indent="0">
              <a:buNone/>
              <a:defRPr sz="2000" b="1"/>
            </a:lvl2pPr>
            <a:lvl3pPr marL="914262" indent="0">
              <a:buNone/>
              <a:defRPr sz="1800" b="1"/>
            </a:lvl3pPr>
            <a:lvl4pPr marL="1371392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5" indent="0">
              <a:buNone/>
              <a:defRPr sz="1600" b="1"/>
            </a:lvl6pPr>
            <a:lvl7pPr marL="2742786" indent="0">
              <a:buNone/>
              <a:defRPr sz="1600" b="1"/>
            </a:lvl7pPr>
            <a:lvl8pPr marL="3199916" indent="0">
              <a:buNone/>
              <a:defRPr sz="1600" b="1"/>
            </a:lvl8pPr>
            <a:lvl9pPr marL="365704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2734" y="2174876"/>
            <a:ext cx="5389570" cy="3951288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8151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8770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53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7" y="273051"/>
            <a:ext cx="4011889" cy="1162051"/>
          </a:xfrm>
          <a:prstGeom prst="rect">
            <a:avLst/>
          </a:prstGeom>
        </p:spPr>
        <p:txBody>
          <a:bodyPr lIns="91427" tIns="45713" rIns="91427" bIns="45713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198" y="273052"/>
            <a:ext cx="6816107" cy="5853113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97" y="1435102"/>
            <a:ext cx="4011889" cy="4691063"/>
          </a:xfrm>
          <a:prstGeom prst="rect">
            <a:avLst/>
          </a:prstGeom>
        </p:spPr>
        <p:txBody>
          <a:bodyPr lIns="91427" tIns="45713" rIns="91427" bIns="45713"/>
          <a:lstStyle>
            <a:lvl1pPr marL="0" indent="0">
              <a:buNone/>
              <a:defRPr sz="1400"/>
            </a:lvl1pPr>
            <a:lvl2pPr marL="457131" indent="0">
              <a:buNone/>
              <a:defRPr sz="1200"/>
            </a:lvl2pPr>
            <a:lvl3pPr marL="914262" indent="0">
              <a:buNone/>
              <a:defRPr sz="1000"/>
            </a:lvl3pPr>
            <a:lvl4pPr marL="1371392" indent="0">
              <a:buNone/>
              <a:defRPr sz="900"/>
            </a:lvl4pPr>
            <a:lvl5pPr marL="1828524" indent="0">
              <a:buNone/>
              <a:defRPr sz="900"/>
            </a:lvl5pPr>
            <a:lvl6pPr marL="2285655" indent="0">
              <a:buNone/>
              <a:defRPr sz="900"/>
            </a:lvl6pPr>
            <a:lvl7pPr marL="2742786" indent="0">
              <a:buNone/>
              <a:defRPr sz="900"/>
            </a:lvl7pPr>
            <a:lvl8pPr marL="3199916" indent="0">
              <a:buNone/>
              <a:defRPr sz="900"/>
            </a:lvl8pPr>
            <a:lvl9pPr marL="3657047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2742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939" y="4800600"/>
            <a:ext cx="7314417" cy="566738"/>
          </a:xfrm>
          <a:prstGeom prst="rect">
            <a:avLst/>
          </a:prstGeom>
        </p:spPr>
        <p:txBody>
          <a:bodyPr lIns="91427" tIns="45713" rIns="91427" bIns="45713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939" y="612775"/>
            <a:ext cx="7314417" cy="4114800"/>
          </a:xfrm>
          <a:prstGeom prst="rect">
            <a:avLst/>
          </a:prstGeom>
        </p:spPr>
        <p:txBody>
          <a:bodyPr lIns="91427" tIns="45713" rIns="91427" bIns="45713"/>
          <a:lstStyle>
            <a:lvl1pPr marL="0" indent="0">
              <a:buNone/>
              <a:defRPr sz="3200"/>
            </a:lvl1pPr>
            <a:lvl2pPr marL="457131" indent="0">
              <a:buNone/>
              <a:defRPr sz="2800"/>
            </a:lvl2pPr>
            <a:lvl3pPr marL="914262" indent="0">
              <a:buNone/>
              <a:defRPr sz="2400"/>
            </a:lvl3pPr>
            <a:lvl4pPr marL="1371392" indent="0">
              <a:buNone/>
              <a:defRPr sz="2000"/>
            </a:lvl4pPr>
            <a:lvl5pPr marL="1828524" indent="0">
              <a:buNone/>
              <a:defRPr sz="2000"/>
            </a:lvl5pPr>
            <a:lvl6pPr marL="2285655" indent="0">
              <a:buNone/>
              <a:defRPr sz="2000"/>
            </a:lvl6pPr>
            <a:lvl7pPr marL="2742786" indent="0">
              <a:buNone/>
              <a:defRPr sz="2000"/>
            </a:lvl7pPr>
            <a:lvl8pPr marL="3199916" indent="0">
              <a:buNone/>
              <a:defRPr sz="2000"/>
            </a:lvl8pPr>
            <a:lvl9pPr marL="3657047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939" y="5367339"/>
            <a:ext cx="7314417" cy="804862"/>
          </a:xfrm>
          <a:prstGeom prst="rect">
            <a:avLst/>
          </a:prstGeom>
        </p:spPr>
        <p:txBody>
          <a:bodyPr lIns="91427" tIns="45713" rIns="91427" bIns="45713"/>
          <a:lstStyle>
            <a:lvl1pPr marL="0" indent="0">
              <a:buNone/>
              <a:defRPr sz="1400"/>
            </a:lvl1pPr>
            <a:lvl2pPr marL="457131" indent="0">
              <a:buNone/>
              <a:defRPr sz="1200"/>
            </a:lvl2pPr>
            <a:lvl3pPr marL="914262" indent="0">
              <a:buNone/>
              <a:defRPr sz="1000"/>
            </a:lvl3pPr>
            <a:lvl4pPr marL="1371392" indent="0">
              <a:buNone/>
              <a:defRPr sz="900"/>
            </a:lvl4pPr>
            <a:lvl5pPr marL="1828524" indent="0">
              <a:buNone/>
              <a:defRPr sz="900"/>
            </a:lvl5pPr>
            <a:lvl6pPr marL="2285655" indent="0">
              <a:buNone/>
              <a:defRPr sz="900"/>
            </a:lvl6pPr>
            <a:lvl7pPr marL="2742786" indent="0">
              <a:buNone/>
              <a:defRPr sz="900"/>
            </a:lvl7pPr>
            <a:lvl8pPr marL="3199916" indent="0">
              <a:buNone/>
              <a:defRPr sz="900"/>
            </a:lvl8pPr>
            <a:lvl9pPr marL="3657047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1212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98" y="1600202"/>
            <a:ext cx="10972606" cy="4525963"/>
          </a:xfrm>
          <a:prstGeom prst="rect">
            <a:avLst/>
          </a:prstGeom>
        </p:spPr>
        <p:txBody>
          <a:bodyPr vert="eaVert"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6104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40617" y="274640"/>
            <a:ext cx="2741685" cy="5851525"/>
          </a:xfrm>
          <a:prstGeom prst="rect">
            <a:avLst/>
          </a:prstGeom>
        </p:spPr>
        <p:txBody>
          <a:bodyPr vert="eaVert"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99" y="274640"/>
            <a:ext cx="8043319" cy="5851525"/>
          </a:xfrm>
          <a:prstGeom prst="rect">
            <a:avLst/>
          </a:prstGeom>
        </p:spPr>
        <p:txBody>
          <a:bodyPr vert="eaVert"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794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98" y="274640"/>
            <a:ext cx="10972606" cy="5851525"/>
          </a:xfrm>
          <a:prstGeom prst="rect">
            <a:avLst/>
          </a:prstGeom>
        </p:spPr>
        <p:txBody>
          <a:bodyPr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1234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6" name="Line 34">
            <a:extLst>
              <a:ext uri="{FF2B5EF4-FFF2-40B4-BE49-F238E27FC236}">
                <a16:creationId xmlns:a16="http://schemas.microsoft.com/office/drawing/2014/main" id="{AFB32936-C70C-4B32-8051-7655D51CA5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3771" y="549275"/>
            <a:ext cx="11594123" cy="0"/>
          </a:xfrm>
          <a:prstGeom prst="line">
            <a:avLst/>
          </a:prstGeom>
          <a:noFill/>
          <a:ln w="12700">
            <a:solidFill>
              <a:srgbClr val="CC9900"/>
            </a:solidFill>
            <a:round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endParaRPr lang="ko-KR" altLang="en-US" sz="1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 Unicode MS" pitchFamily="50" charset="-127"/>
            </a:endParaRP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DB1D3821-415F-401A-B18E-135BF515F3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76800" y="6572251"/>
            <a:ext cx="2493108" cy="277813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1427" tIns="45713" rIns="91427" bIns="45713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ctr">
              <a:defRPr/>
            </a:pPr>
            <a:fld id="{3221263E-9B15-4305-AFB3-C88E31EBD61B}" type="slidenum">
              <a:rPr lang="en-US" altLang="en-US" sz="1200" b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pPr algn="ctr">
                <a:defRPr/>
              </a:pPr>
              <a:t>‹#›</a:t>
            </a:fld>
            <a:endParaRPr lang="en-US" altLang="en-US" sz="12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47" r:id="rId1"/>
    <p:sldLayoutId id="2147485236" r:id="rId2"/>
    <p:sldLayoutId id="2147485237" r:id="rId3"/>
    <p:sldLayoutId id="2147485238" r:id="rId4"/>
    <p:sldLayoutId id="2147485239" r:id="rId5"/>
    <p:sldLayoutId id="2147485240" r:id="rId6"/>
    <p:sldLayoutId id="2147485241" r:id="rId7"/>
    <p:sldLayoutId id="2147485242" r:id="rId8"/>
    <p:sldLayoutId id="2147485243" r:id="rId9"/>
    <p:sldLayoutId id="2147485244" r:id="rId10"/>
    <p:sldLayoutId id="2147485245" r:id="rId11"/>
    <p:sldLayoutId id="2147485246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5pPr>
      <a:lvl6pPr marL="457131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6pPr>
      <a:lvl7pPr marL="91426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7pPr>
      <a:lvl8pPr marL="137139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8pPr>
      <a:lvl9pPr marL="1828524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9pPr>
    </p:titleStyle>
    <p:bodyStyle>
      <a:lvl1pPr marL="192088" indent="-1920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65150" indent="-1809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950913" indent="-19367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336675" indent="-1936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1709738" indent="-1809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168198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625328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082459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539590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1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2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2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4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5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6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16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47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79">
            <a:extLst>
              <a:ext uri="{FF2B5EF4-FFF2-40B4-BE49-F238E27FC236}">
                <a16:creationId xmlns:a16="http://schemas.microsoft.com/office/drawing/2014/main" id="{C6F76EC8-A962-4F0B-9FC7-68C400857A5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919536" y="2259013"/>
            <a:ext cx="8406358" cy="729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ko-KR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AP591_</a:t>
            </a:r>
            <a:r>
              <a:rPr lang="ko-KR" altLang="en-US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정기점검실행</a:t>
            </a:r>
            <a:r>
              <a:rPr lang="en-US" altLang="ko-KR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목록</a:t>
            </a:r>
            <a:r>
              <a:rPr lang="en-US" altLang="ko-KR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en-US" altLang="ko-KR" sz="1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Text Box 82">
            <a:extLst>
              <a:ext uri="{FF2B5EF4-FFF2-40B4-BE49-F238E27FC236}">
                <a16:creationId xmlns:a16="http://schemas.microsoft.com/office/drawing/2014/main" id="{AE305EBE-6EF7-4A42-ABEE-DFFCEE0BBF0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104112" y="5229225"/>
            <a:ext cx="3221782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>
              <a:lnSpc>
                <a:spcPct val="60000"/>
              </a:lnSpc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ko-KR" altLang="en-US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문서번호 </a:t>
            </a:r>
            <a:r>
              <a:rPr kumimoji="1"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AP591_</a:t>
            </a:r>
            <a:r>
              <a:rPr kumimoji="1"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정기점검실행</a:t>
            </a:r>
            <a:r>
              <a:rPr kumimoji="1"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(</a:t>
            </a:r>
            <a:r>
              <a:rPr kumimoji="1"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목록</a:t>
            </a:r>
            <a:r>
              <a:rPr kumimoji="1"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)</a:t>
            </a:r>
            <a:endParaRPr lang="en-US" altLang="ko-KR" sz="1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>
              <a:lnSpc>
                <a:spcPct val="60000"/>
              </a:lnSpc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Version 1.0</a:t>
            </a:r>
          </a:p>
          <a:p>
            <a:pPr algn="r">
              <a:lnSpc>
                <a:spcPct val="60000"/>
              </a:lnSpc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2019 .  06 .  19 .</a:t>
            </a:r>
          </a:p>
        </p:txBody>
      </p:sp>
      <p:sp>
        <p:nvSpPr>
          <p:cNvPr id="5124" name="Rectangle 8">
            <a:extLst>
              <a:ext uri="{FF2B5EF4-FFF2-40B4-BE49-F238E27FC236}">
                <a16:creationId xmlns:a16="http://schemas.microsoft.com/office/drawing/2014/main" id="{02921E08-4535-4544-AC31-7B5C1FAD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6207" y="5589588"/>
            <a:ext cx="41386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ctr"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7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Dream </a:t>
            </a:r>
            <a:r>
              <a:rPr kumimoji="1" lang="ko-KR" altLang="en-US" sz="17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kumimoji="1" lang="en-US" altLang="ko-KR" sz="17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A7738D5B-4E6F-4836-B138-D03816603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03240" y="620689"/>
            <a:ext cx="9345289" cy="6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kumimoji="1"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설비의 정기점검작업을 확인하고 실적을 등록할 수 있다</a:t>
            </a:r>
            <a:r>
              <a:rPr kumimoji="1"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1" lang="en-US" altLang="ko-KR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CF769770-59B4-4627-9D88-6E22C198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98426"/>
            <a:ext cx="9392220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개요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40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>
            <a:extLst>
              <a:ext uri="{FF2B5EF4-FFF2-40B4-BE49-F238E27FC236}">
                <a16:creationId xmlns:a16="http://schemas.microsoft.com/office/drawing/2014/main" id="{CF769770-59B4-4627-9D88-6E22C198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98426"/>
            <a:ext cx="9392220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업무</a:t>
            </a: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Process</a:t>
            </a:r>
          </a:p>
        </p:txBody>
      </p:sp>
      <p:cxnSp>
        <p:nvCxnSpPr>
          <p:cNvPr id="4" name="AutoShape 27">
            <a:extLst>
              <a:ext uri="{FF2B5EF4-FFF2-40B4-BE49-F238E27FC236}">
                <a16:creationId xmlns:a16="http://schemas.microsoft.com/office/drawing/2014/main" id="{1FB80E4B-0DC1-4F06-9521-789FA6E3B59A}"/>
              </a:ext>
            </a:extLst>
          </p:cNvPr>
          <p:cNvCxnSpPr>
            <a:cxnSpLocks noChangeShapeType="1"/>
            <a:stCxn id="5" idx="3"/>
            <a:endCxn id="39" idx="1"/>
          </p:cNvCxnSpPr>
          <p:nvPr/>
        </p:nvCxnSpPr>
        <p:spPr bwMode="auto">
          <a:xfrm flipV="1">
            <a:off x="5087888" y="2158278"/>
            <a:ext cx="576064" cy="307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순서도: 화면 표시 4">
            <a:extLst>
              <a:ext uri="{FF2B5EF4-FFF2-40B4-BE49-F238E27FC236}">
                <a16:creationId xmlns:a16="http://schemas.microsoft.com/office/drawing/2014/main" id="{39AF7DEB-2FB0-4068-B2F0-99A52EF20376}"/>
              </a:ext>
            </a:extLst>
          </p:cNvPr>
          <p:cNvSpPr/>
          <p:nvPr/>
        </p:nvSpPr>
        <p:spPr bwMode="auto">
          <a:xfrm>
            <a:off x="3286980" y="1936723"/>
            <a:ext cx="1800908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AD230_</a:t>
            </a:r>
            <a:r>
              <a:rPr lang="ko-KR" altLang="en-US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정기점검주기설정</a:t>
            </a:r>
          </a:p>
        </p:txBody>
      </p:sp>
      <p:sp>
        <p:nvSpPr>
          <p:cNvPr id="8" name="AutoShape 32">
            <a:extLst>
              <a:ext uri="{FF2B5EF4-FFF2-40B4-BE49-F238E27FC236}">
                <a16:creationId xmlns:a16="http://schemas.microsoft.com/office/drawing/2014/main" id="{1B56EDBE-9798-4704-8920-A0C1E7D5F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995" y="1936763"/>
            <a:ext cx="1072768" cy="446147"/>
          </a:xfrm>
          <a:prstGeom prst="flowChartTerminator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r>
              <a:rPr kumimoji="1" lang="ko-KR" altLang="en-US" sz="1000" b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시작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 Unicode MS" pitchFamily="50" charset="-127"/>
            </a:endParaRPr>
          </a:p>
        </p:txBody>
      </p:sp>
      <p:cxnSp>
        <p:nvCxnSpPr>
          <p:cNvPr id="10" name="AutoShape 27">
            <a:extLst>
              <a:ext uri="{FF2B5EF4-FFF2-40B4-BE49-F238E27FC236}">
                <a16:creationId xmlns:a16="http://schemas.microsoft.com/office/drawing/2014/main" id="{B9D14D50-7239-4718-8228-E77AFE464ACB}"/>
              </a:ext>
            </a:extLst>
          </p:cNvPr>
          <p:cNvCxnSpPr>
            <a:cxnSpLocks noChangeShapeType="1"/>
            <a:stCxn id="8" idx="3"/>
            <a:endCxn id="5" idx="1"/>
          </p:cNvCxnSpPr>
          <p:nvPr/>
        </p:nvCxnSpPr>
        <p:spPr bwMode="auto">
          <a:xfrm>
            <a:off x="2724764" y="2159836"/>
            <a:ext cx="562217" cy="151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3">
            <a:extLst>
              <a:ext uri="{FF2B5EF4-FFF2-40B4-BE49-F238E27FC236}">
                <a16:creationId xmlns:a16="http://schemas.microsoft.com/office/drawing/2014/main" id="{3E6119A7-4E13-4A01-86C4-3F7EBED8DCA6}"/>
              </a:ext>
            </a:extLst>
          </p:cNvPr>
          <p:cNvCxnSpPr>
            <a:cxnSpLocks noChangeShapeType="1"/>
            <a:stCxn id="27" idx="3"/>
            <a:endCxn id="5" idx="0"/>
          </p:cNvCxnSpPr>
          <p:nvPr/>
        </p:nvCxnSpPr>
        <p:spPr bwMode="auto">
          <a:xfrm>
            <a:off x="3431704" y="868453"/>
            <a:ext cx="755730" cy="1068270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순서도: 화면 표시 26">
            <a:extLst>
              <a:ext uri="{FF2B5EF4-FFF2-40B4-BE49-F238E27FC236}">
                <a16:creationId xmlns:a16="http://schemas.microsoft.com/office/drawing/2014/main" id="{7F59ECD5-C256-4CA3-8980-37762CB5B91F}"/>
              </a:ext>
            </a:extLst>
          </p:cNvPr>
          <p:cNvSpPr/>
          <p:nvPr/>
        </p:nvSpPr>
        <p:spPr bwMode="auto">
          <a:xfrm>
            <a:off x="1788136" y="643822"/>
            <a:ext cx="1643568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AB110_</a:t>
            </a:r>
            <a:r>
              <a:rPr lang="ko-KR" altLang="en-US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설비등록</a:t>
            </a:r>
          </a:p>
        </p:txBody>
      </p:sp>
      <p:sp>
        <p:nvSpPr>
          <p:cNvPr id="32" name="순서도: 화면 표시 31">
            <a:extLst>
              <a:ext uri="{FF2B5EF4-FFF2-40B4-BE49-F238E27FC236}">
                <a16:creationId xmlns:a16="http://schemas.microsoft.com/office/drawing/2014/main" id="{9273FBD9-9B99-409E-AE97-879621B6FA42}"/>
              </a:ext>
            </a:extLst>
          </p:cNvPr>
          <p:cNvSpPr/>
          <p:nvPr/>
        </p:nvSpPr>
        <p:spPr bwMode="auto">
          <a:xfrm>
            <a:off x="1788136" y="1179538"/>
            <a:ext cx="1643568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AR130_</a:t>
            </a:r>
            <a:r>
              <a:rPr lang="ko-KR" altLang="en-US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설비종류설정</a:t>
            </a:r>
          </a:p>
        </p:txBody>
      </p:sp>
      <p:cxnSp>
        <p:nvCxnSpPr>
          <p:cNvPr id="33" name="AutoShape 23">
            <a:extLst>
              <a:ext uri="{FF2B5EF4-FFF2-40B4-BE49-F238E27FC236}">
                <a16:creationId xmlns:a16="http://schemas.microsoft.com/office/drawing/2014/main" id="{C8D98974-4FAF-447C-A665-BE854BA381E7}"/>
              </a:ext>
            </a:extLst>
          </p:cNvPr>
          <p:cNvCxnSpPr>
            <a:cxnSpLocks noChangeShapeType="1"/>
            <a:stCxn id="32" idx="3"/>
            <a:endCxn id="5" idx="0"/>
          </p:cNvCxnSpPr>
          <p:nvPr/>
        </p:nvCxnSpPr>
        <p:spPr bwMode="auto">
          <a:xfrm>
            <a:off x="3431704" y="1404169"/>
            <a:ext cx="755730" cy="532554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순서도: 화면 표시 38">
            <a:extLst>
              <a:ext uri="{FF2B5EF4-FFF2-40B4-BE49-F238E27FC236}">
                <a16:creationId xmlns:a16="http://schemas.microsoft.com/office/drawing/2014/main" id="{9D3BE70B-221C-4DAE-85FA-A91246DD3D5C}"/>
              </a:ext>
            </a:extLst>
          </p:cNvPr>
          <p:cNvSpPr/>
          <p:nvPr/>
        </p:nvSpPr>
        <p:spPr bwMode="auto">
          <a:xfrm>
            <a:off x="5663952" y="1933647"/>
            <a:ext cx="2232248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AD210_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정기점검일정계획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연간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순서도: 화면 표시 16">
            <a:extLst>
              <a:ext uri="{FF2B5EF4-FFF2-40B4-BE49-F238E27FC236}">
                <a16:creationId xmlns:a16="http://schemas.microsoft.com/office/drawing/2014/main" id="{A7B6CC71-5692-4D38-B9CC-4BEEADD14C63}"/>
              </a:ext>
            </a:extLst>
          </p:cNvPr>
          <p:cNvSpPr/>
          <p:nvPr/>
        </p:nvSpPr>
        <p:spPr bwMode="auto">
          <a:xfrm>
            <a:off x="8566748" y="692696"/>
            <a:ext cx="2137764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AD250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정기점검일정계획승인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순서도: 화면 표시 17">
            <a:extLst>
              <a:ext uri="{FF2B5EF4-FFF2-40B4-BE49-F238E27FC236}">
                <a16:creationId xmlns:a16="http://schemas.microsoft.com/office/drawing/2014/main" id="{B1CE18F3-7CCA-4904-A2B1-D8168F07268A}"/>
              </a:ext>
            </a:extLst>
          </p:cNvPr>
          <p:cNvSpPr/>
          <p:nvPr/>
        </p:nvSpPr>
        <p:spPr bwMode="auto">
          <a:xfrm>
            <a:off x="8637615" y="1204824"/>
            <a:ext cx="2066897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AD260_</a:t>
            </a:r>
            <a:r>
              <a:rPr lang="ko-KR" altLang="en-US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정기점검완료승인</a:t>
            </a:r>
          </a:p>
        </p:txBody>
      </p:sp>
      <p:sp>
        <p:nvSpPr>
          <p:cNvPr id="19" name="순서도: 화면 표시 18">
            <a:extLst>
              <a:ext uri="{FF2B5EF4-FFF2-40B4-BE49-F238E27FC236}">
                <a16:creationId xmlns:a16="http://schemas.microsoft.com/office/drawing/2014/main" id="{864FD9DC-B0BA-4269-B270-0C492F0CC8EC}"/>
              </a:ext>
            </a:extLst>
          </p:cNvPr>
          <p:cNvSpPr/>
          <p:nvPr/>
        </p:nvSpPr>
        <p:spPr bwMode="auto">
          <a:xfrm>
            <a:off x="8703220" y="1723447"/>
            <a:ext cx="2001291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AD270_</a:t>
            </a:r>
            <a:r>
              <a:rPr lang="ko-KR" altLang="en-US" sz="1000" b="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정기점검미완료승인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순서도: 화면 표시 19">
            <a:extLst>
              <a:ext uri="{FF2B5EF4-FFF2-40B4-BE49-F238E27FC236}">
                <a16:creationId xmlns:a16="http://schemas.microsoft.com/office/drawing/2014/main" id="{208EC565-99AF-4023-B90C-96C91064C293}"/>
              </a:ext>
            </a:extLst>
          </p:cNvPr>
          <p:cNvSpPr/>
          <p:nvPr/>
        </p:nvSpPr>
        <p:spPr bwMode="auto">
          <a:xfrm>
            <a:off x="5663951" y="2965345"/>
            <a:ext cx="2232248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AP560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정기점검일정계획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순서도: 화면 표시 20">
            <a:extLst>
              <a:ext uri="{FF2B5EF4-FFF2-40B4-BE49-F238E27FC236}">
                <a16:creationId xmlns:a16="http://schemas.microsoft.com/office/drawing/2014/main" id="{2FEB2769-84AD-475E-90FC-0C218FF3AF45}"/>
              </a:ext>
            </a:extLst>
          </p:cNvPr>
          <p:cNvSpPr/>
          <p:nvPr/>
        </p:nvSpPr>
        <p:spPr bwMode="auto">
          <a:xfrm>
            <a:off x="7085654" y="4424090"/>
            <a:ext cx="2088232" cy="449262"/>
          </a:xfrm>
          <a:prstGeom prst="flowChartDisplay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AP591_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정기점검실행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3" name="AutoShape 23">
            <a:extLst>
              <a:ext uri="{FF2B5EF4-FFF2-40B4-BE49-F238E27FC236}">
                <a16:creationId xmlns:a16="http://schemas.microsoft.com/office/drawing/2014/main" id="{44A2EA19-4C2D-4E4B-B9FD-2821F5536E33}"/>
              </a:ext>
            </a:extLst>
          </p:cNvPr>
          <p:cNvCxnSpPr>
            <a:cxnSpLocks noChangeShapeType="1"/>
            <a:stCxn id="5" idx="3"/>
            <a:endCxn id="20" idx="1"/>
          </p:cNvCxnSpPr>
          <p:nvPr/>
        </p:nvCxnSpPr>
        <p:spPr bwMode="auto">
          <a:xfrm>
            <a:off x="5087889" y="2161354"/>
            <a:ext cx="576063" cy="1028622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3">
            <a:extLst>
              <a:ext uri="{FF2B5EF4-FFF2-40B4-BE49-F238E27FC236}">
                <a16:creationId xmlns:a16="http://schemas.microsoft.com/office/drawing/2014/main" id="{AF56521E-CFD7-4350-BE1F-60B9015DB753}"/>
              </a:ext>
            </a:extLst>
          </p:cNvPr>
          <p:cNvCxnSpPr>
            <a:cxnSpLocks noChangeShapeType="1"/>
            <a:stCxn id="5" idx="3"/>
            <a:endCxn id="34" idx="1"/>
          </p:cNvCxnSpPr>
          <p:nvPr/>
        </p:nvCxnSpPr>
        <p:spPr bwMode="auto">
          <a:xfrm>
            <a:off x="5087888" y="2161354"/>
            <a:ext cx="576064" cy="5094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3">
            <a:extLst>
              <a:ext uri="{FF2B5EF4-FFF2-40B4-BE49-F238E27FC236}">
                <a16:creationId xmlns:a16="http://schemas.microsoft.com/office/drawing/2014/main" id="{451FD007-3D20-4C04-B32A-C997DA6FD94C}"/>
              </a:ext>
            </a:extLst>
          </p:cNvPr>
          <p:cNvCxnSpPr>
            <a:cxnSpLocks noChangeShapeType="1"/>
            <a:stCxn id="40" idx="3"/>
            <a:endCxn id="41" idx="0"/>
          </p:cNvCxnSpPr>
          <p:nvPr/>
        </p:nvCxnSpPr>
        <p:spPr bwMode="auto">
          <a:xfrm>
            <a:off x="9173886" y="4013672"/>
            <a:ext cx="702534" cy="1198315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순서도: 화면 표시 33">
            <a:extLst>
              <a:ext uri="{FF2B5EF4-FFF2-40B4-BE49-F238E27FC236}">
                <a16:creationId xmlns:a16="http://schemas.microsoft.com/office/drawing/2014/main" id="{1E7B88F3-405E-49D6-858B-6FA2CBE59D83}"/>
              </a:ext>
            </a:extLst>
          </p:cNvPr>
          <p:cNvSpPr/>
          <p:nvPr/>
        </p:nvSpPr>
        <p:spPr bwMode="auto">
          <a:xfrm>
            <a:off x="5663952" y="2446173"/>
            <a:ext cx="2232248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AD220_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정기점검일정계획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월간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순서도: 화면 표시 39">
            <a:extLst>
              <a:ext uri="{FF2B5EF4-FFF2-40B4-BE49-F238E27FC236}">
                <a16:creationId xmlns:a16="http://schemas.microsoft.com/office/drawing/2014/main" id="{46AA6D64-84B8-4E9F-8904-CF3A52895AFA}"/>
              </a:ext>
            </a:extLst>
          </p:cNvPr>
          <p:cNvSpPr/>
          <p:nvPr/>
        </p:nvSpPr>
        <p:spPr bwMode="auto">
          <a:xfrm>
            <a:off x="7085654" y="3789040"/>
            <a:ext cx="2088232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AP511_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정기점검실행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월간</a:t>
            </a:r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순서도: 화면 표시 40">
            <a:extLst>
              <a:ext uri="{FF2B5EF4-FFF2-40B4-BE49-F238E27FC236}">
                <a16:creationId xmlns:a16="http://schemas.microsoft.com/office/drawing/2014/main" id="{9794F337-4CB9-4AD0-BA75-806BCA158C93}"/>
              </a:ext>
            </a:extLst>
          </p:cNvPr>
          <p:cNvSpPr/>
          <p:nvPr/>
        </p:nvSpPr>
        <p:spPr bwMode="auto">
          <a:xfrm>
            <a:off x="8832304" y="5211986"/>
            <a:ext cx="2088232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AD240_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이상점검결과조치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순서도: 화면 표시 42">
            <a:extLst>
              <a:ext uri="{FF2B5EF4-FFF2-40B4-BE49-F238E27FC236}">
                <a16:creationId xmlns:a16="http://schemas.microsoft.com/office/drawing/2014/main" id="{F6FC9E3A-0777-4D02-9F2F-863A6EB4B5F7}"/>
              </a:ext>
            </a:extLst>
          </p:cNvPr>
          <p:cNvSpPr/>
          <p:nvPr/>
        </p:nvSpPr>
        <p:spPr bwMode="auto">
          <a:xfrm>
            <a:off x="8851354" y="5853542"/>
            <a:ext cx="2069182" cy="383770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AC110_</a:t>
            </a:r>
            <a:r>
              <a:rPr lang="ko-KR" altLang="en-US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수리요청</a:t>
            </a:r>
          </a:p>
        </p:txBody>
      </p:sp>
      <p:cxnSp>
        <p:nvCxnSpPr>
          <p:cNvPr id="44" name="AutoShape 27">
            <a:extLst>
              <a:ext uri="{FF2B5EF4-FFF2-40B4-BE49-F238E27FC236}">
                <a16:creationId xmlns:a16="http://schemas.microsoft.com/office/drawing/2014/main" id="{6F75E2BD-6023-4A1C-9802-1A5AE2A37723}"/>
              </a:ext>
            </a:extLst>
          </p:cNvPr>
          <p:cNvCxnSpPr>
            <a:cxnSpLocks noChangeShapeType="1"/>
            <a:stCxn id="41" idx="2"/>
            <a:endCxn id="43" idx="0"/>
          </p:cNvCxnSpPr>
          <p:nvPr/>
        </p:nvCxnSpPr>
        <p:spPr bwMode="auto">
          <a:xfrm>
            <a:off x="9876421" y="5661248"/>
            <a:ext cx="9525" cy="19229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23">
            <a:extLst>
              <a:ext uri="{FF2B5EF4-FFF2-40B4-BE49-F238E27FC236}">
                <a16:creationId xmlns:a16="http://schemas.microsoft.com/office/drawing/2014/main" id="{6D894224-74AE-47FE-91E9-B99F968363F6}"/>
              </a:ext>
            </a:extLst>
          </p:cNvPr>
          <p:cNvCxnSpPr>
            <a:cxnSpLocks noChangeShapeType="1"/>
            <a:stCxn id="39" idx="3"/>
            <a:endCxn id="40" idx="0"/>
          </p:cNvCxnSpPr>
          <p:nvPr/>
        </p:nvCxnSpPr>
        <p:spPr bwMode="auto">
          <a:xfrm>
            <a:off x="7896200" y="2158278"/>
            <a:ext cx="233570" cy="1630762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AutoShape 27">
            <a:extLst>
              <a:ext uri="{FF2B5EF4-FFF2-40B4-BE49-F238E27FC236}">
                <a16:creationId xmlns:a16="http://schemas.microsoft.com/office/drawing/2014/main" id="{4FEE8CB3-FFEC-40A3-B786-7E41172F0700}"/>
              </a:ext>
            </a:extLst>
          </p:cNvPr>
          <p:cNvCxnSpPr>
            <a:cxnSpLocks noChangeShapeType="1"/>
            <a:stCxn id="40" idx="2"/>
            <a:endCxn id="21" idx="0"/>
          </p:cNvCxnSpPr>
          <p:nvPr/>
        </p:nvCxnSpPr>
        <p:spPr bwMode="auto">
          <a:xfrm>
            <a:off x="8129770" y="4238302"/>
            <a:ext cx="0" cy="1857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순서도: 화면 표시 55">
            <a:extLst>
              <a:ext uri="{FF2B5EF4-FFF2-40B4-BE49-F238E27FC236}">
                <a16:creationId xmlns:a16="http://schemas.microsoft.com/office/drawing/2014/main" id="{3CCA67B9-C0B3-4A42-AE0F-BF7DB10A76FD}"/>
              </a:ext>
            </a:extLst>
          </p:cNvPr>
          <p:cNvSpPr/>
          <p:nvPr/>
        </p:nvSpPr>
        <p:spPr bwMode="auto">
          <a:xfrm>
            <a:off x="4331803" y="4762724"/>
            <a:ext cx="2088232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AP510_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정기점검수치추이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7" name="AutoShape 23">
            <a:extLst>
              <a:ext uri="{FF2B5EF4-FFF2-40B4-BE49-F238E27FC236}">
                <a16:creationId xmlns:a16="http://schemas.microsoft.com/office/drawing/2014/main" id="{451017B1-E36F-4047-9F4E-9FEA9277F934}"/>
              </a:ext>
            </a:extLst>
          </p:cNvPr>
          <p:cNvCxnSpPr>
            <a:cxnSpLocks noChangeShapeType="1"/>
            <a:stCxn id="40" idx="1"/>
            <a:endCxn id="56" idx="0"/>
          </p:cNvCxnSpPr>
          <p:nvPr/>
        </p:nvCxnSpPr>
        <p:spPr bwMode="auto">
          <a:xfrm rot="10800000" flipV="1">
            <a:off x="5375921" y="4013671"/>
            <a:ext cx="1709735" cy="749053"/>
          </a:xfrm>
          <a:prstGeom prst="bentConnector2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순서도: 화면 표시 61">
            <a:extLst>
              <a:ext uri="{FF2B5EF4-FFF2-40B4-BE49-F238E27FC236}">
                <a16:creationId xmlns:a16="http://schemas.microsoft.com/office/drawing/2014/main" id="{3AEBCBB5-B04D-4901-9364-4AAD97350C8C}"/>
              </a:ext>
            </a:extLst>
          </p:cNvPr>
          <p:cNvSpPr/>
          <p:nvPr/>
        </p:nvSpPr>
        <p:spPr bwMode="auto">
          <a:xfrm>
            <a:off x="4331803" y="5245410"/>
            <a:ext cx="2088232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AP592_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정기점검항목결과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32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F730931B-049C-4399-BEBB-5238F900B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98426"/>
            <a:ext cx="9392220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변경내용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Group 90">
            <a:extLst>
              <a:ext uri="{FF2B5EF4-FFF2-40B4-BE49-F238E27FC236}">
                <a16:creationId xmlns:a16="http://schemas.microsoft.com/office/drawing/2014/main" id="{B343F5B0-DF08-4E69-A7A4-2D45E587A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644352"/>
              </p:ext>
            </p:extLst>
          </p:nvPr>
        </p:nvGraphicFramePr>
        <p:xfrm>
          <a:off x="1384300" y="620688"/>
          <a:ext cx="9392220" cy="170688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843280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727120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840854">
                  <a:extLst>
                    <a:ext uri="{9D8B030D-6E8A-4147-A177-3AD203B41FA5}">
                      <a16:colId xmlns:a16="http://schemas.microsoft.com/office/drawing/2014/main" val="3809070370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2020.11.05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 목록 실적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작업기준으로 데이타 조회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박철완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2021.02.04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>
                          <a:srgbClr val="0099CC"/>
                        </a:buClr>
                        <a:buFont typeface="Webdings" panose="05030102010509060703" pitchFamily="18" charset="2"/>
                        <a:buNone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 실행목록 선택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설계서 작성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박철완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2022.04.20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>
                        <a:spcBef>
                          <a:spcPct val="50000"/>
                        </a:spcBef>
                        <a:buClr>
                          <a:srgbClr val="0099CC"/>
                        </a:buClr>
                        <a:buFont typeface="Webdings" panose="05030102010509060703" pitchFamily="18" charset="2"/>
                        <a:buNone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검색조건에 점검작업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추가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박철완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2023.05.25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월간 검색조건에 점검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 추가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박철완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94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F730931B-049C-4399-BEBB-5238F900B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98426"/>
            <a:ext cx="9392220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관련화면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Group 90">
            <a:extLst>
              <a:ext uri="{FF2B5EF4-FFF2-40B4-BE49-F238E27FC236}">
                <a16:creationId xmlns:a16="http://schemas.microsoft.com/office/drawing/2014/main" id="{B343F5B0-DF08-4E69-A7A4-2D45E587AA74}"/>
              </a:ext>
            </a:extLst>
          </p:cNvPr>
          <p:cNvGraphicFramePr>
            <a:graphicFrameLocks noGrp="1"/>
          </p:cNvGraphicFramePr>
          <p:nvPr/>
        </p:nvGraphicFramePr>
        <p:xfrm>
          <a:off x="1384300" y="620688"/>
          <a:ext cx="9392220" cy="268224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2042572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3809070370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Menu 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5308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64359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471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91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5230200"/>
              </p:ext>
            </p:extLst>
          </p:nvPr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workPmiList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정기점검실행목록을 검색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1" name="Rectangle 87">
            <a:extLst>
              <a:ext uri="{FF2B5EF4-FFF2-40B4-BE49-F238E27FC236}">
                <a16:creationId xmlns:a16="http://schemas.microsoft.com/office/drawing/2014/main" id="{87765FBA-1ABC-4501-ACE2-BD7BE0BD75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71833" y="2194320"/>
            <a:ext cx="876624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일자</a:t>
            </a:r>
          </a:p>
        </p:txBody>
      </p:sp>
      <p:sp>
        <p:nvSpPr>
          <p:cNvPr id="82" name="Rectangle 88">
            <a:extLst>
              <a:ext uri="{FF2B5EF4-FFF2-40B4-BE49-F238E27FC236}">
                <a16:creationId xmlns:a16="http://schemas.microsoft.com/office/drawing/2014/main" id="{4F5D6A7F-6CA3-424E-96AC-885044EFF7D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5" y="2214077"/>
            <a:ext cx="1005081" cy="2176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2019-05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4" name="Rectangle 87">
            <a:extLst>
              <a:ext uri="{FF2B5EF4-FFF2-40B4-BE49-F238E27FC236}">
                <a16:creationId xmlns:a16="http://schemas.microsoft.com/office/drawing/2014/main" id="{E6A10E24-D3EE-4C76-9F9C-B147EAAE2DE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59923" y="2223060"/>
            <a:ext cx="87662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예방점검번호</a:t>
            </a:r>
          </a:p>
        </p:txBody>
      </p:sp>
      <p:sp>
        <p:nvSpPr>
          <p:cNvPr id="95" name="Rectangle 88">
            <a:extLst>
              <a:ext uri="{FF2B5EF4-FFF2-40B4-BE49-F238E27FC236}">
                <a16:creationId xmlns:a16="http://schemas.microsoft.com/office/drawing/2014/main" id="{606E3254-58EB-40E9-91C6-E6884BB5F5E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2242785"/>
            <a:ext cx="2340207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32" name="Rectangle 87">
            <a:extLst>
              <a:ext uri="{FF2B5EF4-FFF2-40B4-BE49-F238E27FC236}">
                <a16:creationId xmlns:a16="http://schemas.microsoft.com/office/drawing/2014/main" id="{912669FD-6241-4E24-B9DB-B7D086EC43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67609" y="2481187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부서</a:t>
            </a:r>
          </a:p>
        </p:txBody>
      </p:sp>
      <p:sp>
        <p:nvSpPr>
          <p:cNvPr id="33" name="Rectangle 88">
            <a:extLst>
              <a:ext uri="{FF2B5EF4-FFF2-40B4-BE49-F238E27FC236}">
                <a16:creationId xmlns:a16="http://schemas.microsoft.com/office/drawing/2014/main" id="{45160323-51C5-4C5F-8B9B-F49C426A87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2500912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34" name="Rectangle 87">
            <a:extLst>
              <a:ext uri="{FF2B5EF4-FFF2-40B4-BE49-F238E27FC236}">
                <a16:creationId xmlns:a16="http://schemas.microsoft.com/office/drawing/2014/main" id="{EB083039-1831-45D6-BAEC-0E39E6B2F3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0057" y="2511353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담당자</a:t>
            </a:r>
          </a:p>
        </p:txBody>
      </p:sp>
      <p:sp>
        <p:nvSpPr>
          <p:cNvPr id="35" name="Rectangle 88">
            <a:extLst>
              <a:ext uri="{FF2B5EF4-FFF2-40B4-BE49-F238E27FC236}">
                <a16:creationId xmlns:a16="http://schemas.microsoft.com/office/drawing/2014/main" id="{D3918DBA-BAA9-4C79-AF3A-02883FAAA3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2531078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46CB71DE-725B-40BA-8A13-53FAFC6BF89A}"/>
              </a:ext>
            </a:extLst>
          </p:cNvPr>
          <p:cNvSpPr/>
          <p:nvPr/>
        </p:nvSpPr>
        <p:spPr bwMode="auto">
          <a:xfrm>
            <a:off x="9686814" y="2596696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8B28DCD-533E-48CF-B973-CF64E5F15E38}"/>
              </a:ext>
            </a:extLst>
          </p:cNvPr>
          <p:cNvSpPr/>
          <p:nvPr/>
        </p:nvSpPr>
        <p:spPr bwMode="auto">
          <a:xfrm>
            <a:off x="5593598" y="2557613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8" name="Rectangle 87">
            <a:extLst>
              <a:ext uri="{FF2B5EF4-FFF2-40B4-BE49-F238E27FC236}">
                <a16:creationId xmlns:a16="http://schemas.microsoft.com/office/drawing/2014/main" id="{D030EE6D-61AE-4D03-B945-9E5FC851DA3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67609" y="2747176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</a:t>
            </a:r>
          </a:p>
        </p:txBody>
      </p:sp>
      <p:sp>
        <p:nvSpPr>
          <p:cNvPr id="39" name="Rectangle 88">
            <a:extLst>
              <a:ext uri="{FF2B5EF4-FFF2-40B4-BE49-F238E27FC236}">
                <a16:creationId xmlns:a16="http://schemas.microsoft.com/office/drawing/2014/main" id="{6DEA3A72-0375-406D-AD94-F6F2771DFA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2766901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40" name="Rectangle 87">
            <a:extLst>
              <a:ext uri="{FF2B5EF4-FFF2-40B4-BE49-F238E27FC236}">
                <a16:creationId xmlns:a16="http://schemas.microsoft.com/office/drawing/2014/main" id="{93F7256E-25AA-4285-B45E-F65DA69A3B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0057" y="2777343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설비위치</a:t>
            </a:r>
          </a:p>
        </p:txBody>
      </p:sp>
      <p:sp>
        <p:nvSpPr>
          <p:cNvPr id="41" name="Rectangle 88">
            <a:extLst>
              <a:ext uri="{FF2B5EF4-FFF2-40B4-BE49-F238E27FC236}">
                <a16:creationId xmlns:a16="http://schemas.microsoft.com/office/drawing/2014/main" id="{C680CC8A-70E9-44AF-B620-ABBBBD53A66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2797068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8378D13-6D32-4004-AC4C-14D5EC2112F3}"/>
              </a:ext>
            </a:extLst>
          </p:cNvPr>
          <p:cNvSpPr/>
          <p:nvPr/>
        </p:nvSpPr>
        <p:spPr bwMode="auto">
          <a:xfrm>
            <a:off x="9686814" y="2862684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AD13253E-EB70-4651-A452-4B1F0BA86738}"/>
              </a:ext>
            </a:extLst>
          </p:cNvPr>
          <p:cNvSpPr/>
          <p:nvPr/>
        </p:nvSpPr>
        <p:spPr bwMode="auto">
          <a:xfrm>
            <a:off x="5593598" y="2823602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44" name="Rectangle 87">
            <a:extLst>
              <a:ext uri="{FF2B5EF4-FFF2-40B4-BE49-F238E27FC236}">
                <a16:creationId xmlns:a16="http://schemas.microsoft.com/office/drawing/2014/main" id="{E922F58B-5511-49DF-B83B-E5B15D1D161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67609" y="3008707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설비종류</a:t>
            </a:r>
          </a:p>
        </p:txBody>
      </p:sp>
      <p:sp>
        <p:nvSpPr>
          <p:cNvPr id="45" name="Rectangle 88">
            <a:extLst>
              <a:ext uri="{FF2B5EF4-FFF2-40B4-BE49-F238E27FC236}">
                <a16:creationId xmlns:a16="http://schemas.microsoft.com/office/drawing/2014/main" id="{39792E24-F1DC-4E52-B4F0-3824DAE9C4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3028432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46" name="Rectangle 87">
            <a:extLst>
              <a:ext uri="{FF2B5EF4-FFF2-40B4-BE49-F238E27FC236}">
                <a16:creationId xmlns:a16="http://schemas.microsoft.com/office/drawing/2014/main" id="{32C5CCC0-AB5F-42AC-8232-F967A0540C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0057" y="3038874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법정설비여부</a:t>
            </a:r>
          </a:p>
        </p:txBody>
      </p:sp>
      <p:sp>
        <p:nvSpPr>
          <p:cNvPr id="47" name="Rectangle 88">
            <a:extLst>
              <a:ext uri="{FF2B5EF4-FFF2-40B4-BE49-F238E27FC236}">
                <a16:creationId xmlns:a16="http://schemas.microsoft.com/office/drawing/2014/main" id="{2D0A3658-716A-4E11-A683-C4B4842C5B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3058599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C6B8A2B-07F2-4595-81F0-6CF4688DC1F3}"/>
              </a:ext>
            </a:extLst>
          </p:cNvPr>
          <p:cNvSpPr/>
          <p:nvPr/>
        </p:nvSpPr>
        <p:spPr bwMode="auto">
          <a:xfrm>
            <a:off x="5593598" y="3085134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49" name="Rectangle 87">
            <a:extLst>
              <a:ext uri="{FF2B5EF4-FFF2-40B4-BE49-F238E27FC236}">
                <a16:creationId xmlns:a16="http://schemas.microsoft.com/office/drawing/2014/main" id="{41D90A31-4FAF-4B0F-8C2F-276A61BEC3D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67609" y="3265781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관리자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(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정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)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0" name="Rectangle 88">
            <a:extLst>
              <a:ext uri="{FF2B5EF4-FFF2-40B4-BE49-F238E27FC236}">
                <a16:creationId xmlns:a16="http://schemas.microsoft.com/office/drawing/2014/main" id="{69CC3AA8-7E66-488C-A269-92FD0955F3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3285506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1" name="Rectangle 87">
            <a:extLst>
              <a:ext uri="{FF2B5EF4-FFF2-40B4-BE49-F238E27FC236}">
                <a16:creationId xmlns:a16="http://schemas.microsoft.com/office/drawing/2014/main" id="{53AF3DB0-B889-4210-83DF-B0A7803F0D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0057" y="3295947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관리자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(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부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)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2" name="Rectangle 88">
            <a:extLst>
              <a:ext uri="{FF2B5EF4-FFF2-40B4-BE49-F238E27FC236}">
                <a16:creationId xmlns:a16="http://schemas.microsoft.com/office/drawing/2014/main" id="{D9A1CC7D-D7CA-41B0-844B-D6CAAC3C62D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3315672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4E919963-CF2D-4C70-9FDD-58818F294A6D}"/>
              </a:ext>
            </a:extLst>
          </p:cNvPr>
          <p:cNvSpPr/>
          <p:nvPr/>
        </p:nvSpPr>
        <p:spPr bwMode="auto">
          <a:xfrm>
            <a:off x="5593598" y="3342207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54" name="Rectangle 87">
            <a:extLst>
              <a:ext uri="{FF2B5EF4-FFF2-40B4-BE49-F238E27FC236}">
                <a16:creationId xmlns:a16="http://schemas.microsoft.com/office/drawing/2014/main" id="{8BDEC82B-2E18-449F-B7AB-C6CD9F935A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5040" y="3769079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작업형태</a:t>
            </a:r>
          </a:p>
        </p:txBody>
      </p:sp>
      <p:sp>
        <p:nvSpPr>
          <p:cNvPr id="55" name="Rectangle 88">
            <a:extLst>
              <a:ext uri="{FF2B5EF4-FFF2-40B4-BE49-F238E27FC236}">
                <a16:creationId xmlns:a16="http://schemas.microsoft.com/office/drawing/2014/main" id="{B7CB59F3-B6EF-4154-9AA6-5EEEAB3049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3788804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6" name="Rectangle 87">
            <a:extLst>
              <a:ext uri="{FF2B5EF4-FFF2-40B4-BE49-F238E27FC236}">
                <a16:creationId xmlns:a16="http://schemas.microsoft.com/office/drawing/2014/main" id="{2C1275F0-BA20-4CBD-AA4E-51203137EF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06015" y="3799246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작업그룹</a:t>
            </a:r>
          </a:p>
        </p:txBody>
      </p:sp>
      <p:sp>
        <p:nvSpPr>
          <p:cNvPr id="57" name="Rectangle 88">
            <a:extLst>
              <a:ext uri="{FF2B5EF4-FFF2-40B4-BE49-F238E27FC236}">
                <a16:creationId xmlns:a16="http://schemas.microsoft.com/office/drawing/2014/main" id="{5B7856A5-042B-4CF0-9D16-DF0317A923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3818971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EABC5E40-4562-4F28-BF07-80905914CA11}"/>
              </a:ext>
            </a:extLst>
          </p:cNvPr>
          <p:cNvSpPr/>
          <p:nvPr/>
        </p:nvSpPr>
        <p:spPr bwMode="auto">
          <a:xfrm>
            <a:off x="5593598" y="3845505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59" name="Rectangle 87">
            <a:extLst>
              <a:ext uri="{FF2B5EF4-FFF2-40B4-BE49-F238E27FC236}">
                <a16:creationId xmlns:a16="http://schemas.microsoft.com/office/drawing/2014/main" id="{3120DBEA-9763-47C1-8299-B84EF28104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5040" y="4021845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설비유형</a:t>
            </a:r>
          </a:p>
        </p:txBody>
      </p:sp>
      <p:sp>
        <p:nvSpPr>
          <p:cNvPr id="60" name="Rectangle 88">
            <a:extLst>
              <a:ext uri="{FF2B5EF4-FFF2-40B4-BE49-F238E27FC236}">
                <a16:creationId xmlns:a16="http://schemas.microsoft.com/office/drawing/2014/main" id="{64A330DD-2DBD-4D19-9014-088239BF91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4041570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CAC86228-39DE-41A5-AB9C-0E9D271F537E}"/>
              </a:ext>
            </a:extLst>
          </p:cNvPr>
          <p:cNvSpPr/>
          <p:nvPr/>
        </p:nvSpPr>
        <p:spPr bwMode="auto">
          <a:xfrm>
            <a:off x="5593598" y="4098271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82C1886-D3E3-4B5F-A016-094D25B5EF63}"/>
              </a:ext>
            </a:extLst>
          </p:cNvPr>
          <p:cNvSpPr/>
          <p:nvPr/>
        </p:nvSpPr>
        <p:spPr bwMode="auto">
          <a:xfrm>
            <a:off x="9686813" y="3116190"/>
            <a:ext cx="103717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800EFCD-E1A2-4378-A9A4-981DDCBF8E08}"/>
              </a:ext>
            </a:extLst>
          </p:cNvPr>
          <p:cNvSpPr/>
          <p:nvPr/>
        </p:nvSpPr>
        <p:spPr bwMode="auto">
          <a:xfrm>
            <a:off x="9686814" y="3379208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788DB927-01EE-40F6-8630-A4989A1FB5BE}"/>
              </a:ext>
            </a:extLst>
          </p:cNvPr>
          <p:cNvSpPr/>
          <p:nvPr/>
        </p:nvSpPr>
        <p:spPr bwMode="auto">
          <a:xfrm>
            <a:off x="9686814" y="3896324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8" name="Rectangle 87">
            <a:extLst>
              <a:ext uri="{FF2B5EF4-FFF2-40B4-BE49-F238E27FC236}">
                <a16:creationId xmlns:a16="http://schemas.microsoft.com/office/drawing/2014/main" id="{7D3CAEDC-A898-47DC-B7A5-691C6883A7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77934" y="3522705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작업종류</a:t>
            </a:r>
          </a:p>
        </p:txBody>
      </p:sp>
      <p:sp>
        <p:nvSpPr>
          <p:cNvPr id="70" name="Rectangle 88">
            <a:extLst>
              <a:ext uri="{FF2B5EF4-FFF2-40B4-BE49-F238E27FC236}">
                <a16:creationId xmlns:a16="http://schemas.microsoft.com/office/drawing/2014/main" id="{DCD897ED-4872-4E5A-809A-90E2518EE7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3542430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1" name="Rectangle 87">
            <a:extLst>
              <a:ext uri="{FF2B5EF4-FFF2-40B4-BE49-F238E27FC236}">
                <a16:creationId xmlns:a16="http://schemas.microsoft.com/office/drawing/2014/main" id="{27E2D769-0CF7-4E54-A027-DE298AF84A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10382" y="3552871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거래처</a:t>
            </a:r>
          </a:p>
        </p:txBody>
      </p:sp>
      <p:sp>
        <p:nvSpPr>
          <p:cNvPr id="72" name="Rectangle 88">
            <a:extLst>
              <a:ext uri="{FF2B5EF4-FFF2-40B4-BE49-F238E27FC236}">
                <a16:creationId xmlns:a16="http://schemas.microsoft.com/office/drawing/2014/main" id="{B28EF41B-8848-4AEE-A364-282A421579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70" y="3572596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F4908B0-EA6C-4788-B529-D0C80C13FCCB}"/>
              </a:ext>
            </a:extLst>
          </p:cNvPr>
          <p:cNvSpPr/>
          <p:nvPr/>
        </p:nvSpPr>
        <p:spPr bwMode="auto">
          <a:xfrm>
            <a:off x="5593598" y="3599131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6B6BA8A2-E503-4C23-B105-13AB33BEF302}"/>
              </a:ext>
            </a:extLst>
          </p:cNvPr>
          <p:cNvSpPr/>
          <p:nvPr/>
        </p:nvSpPr>
        <p:spPr bwMode="auto">
          <a:xfrm>
            <a:off x="9686814" y="3636132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5" name="Rectangle 88">
            <a:extLst>
              <a:ext uri="{FF2B5EF4-FFF2-40B4-BE49-F238E27FC236}">
                <a16:creationId xmlns:a16="http://schemas.microsoft.com/office/drawing/2014/main" id="{A7078288-E2CB-4755-90E7-25DCA0337B5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69" y="4078561"/>
            <a:ext cx="2337100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6" name="Rectangle 87">
            <a:extLst>
              <a:ext uri="{FF2B5EF4-FFF2-40B4-BE49-F238E27FC236}">
                <a16:creationId xmlns:a16="http://schemas.microsoft.com/office/drawing/2014/main" id="{F0D49A1E-3CD8-4D10-B299-532F15E036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84935" y="4073272"/>
            <a:ext cx="804430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 err="1">
                <a:solidFill>
                  <a:schemeClr val="tx1"/>
                </a:solidFill>
                <a:ea typeface="굴림" panose="020B0600000101010101" pitchFamily="50" charset="-127"/>
              </a:rPr>
              <a:t>공장명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6D73BEE-CEA4-4564-B5C5-80EB711BFA5A}"/>
              </a:ext>
            </a:extLst>
          </p:cNvPr>
          <p:cNvSpPr/>
          <p:nvPr/>
        </p:nvSpPr>
        <p:spPr bwMode="auto">
          <a:xfrm>
            <a:off x="9686814" y="4133777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86" name="Rectangle 88">
            <a:extLst>
              <a:ext uri="{FF2B5EF4-FFF2-40B4-BE49-F238E27FC236}">
                <a16:creationId xmlns:a16="http://schemas.microsoft.com/office/drawing/2014/main" id="{9A36610B-E5E8-43F8-A16D-2E36E9B4127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780504" y="2214077"/>
            <a:ext cx="1005081" cy="2176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2019-05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3BC8559E-01A4-4AC5-BD69-45E35BC986C3}"/>
              </a:ext>
            </a:extLst>
          </p:cNvPr>
          <p:cNvSpPr/>
          <p:nvPr/>
        </p:nvSpPr>
        <p:spPr bwMode="auto">
          <a:xfrm flipH="1">
            <a:off x="5625773" y="2271904"/>
            <a:ext cx="110788" cy="10174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D8588324-DC01-44CF-BF73-0DAD3875F62F}"/>
              </a:ext>
            </a:extLst>
          </p:cNvPr>
          <p:cNvSpPr/>
          <p:nvPr/>
        </p:nvSpPr>
        <p:spPr bwMode="auto">
          <a:xfrm flipH="1">
            <a:off x="4280472" y="2271904"/>
            <a:ext cx="110788" cy="10174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7" name="Rectangle 87">
            <a:extLst>
              <a:ext uri="{FF2B5EF4-FFF2-40B4-BE49-F238E27FC236}">
                <a16:creationId xmlns:a16="http://schemas.microsoft.com/office/drawing/2014/main" id="{72C35CA3-6908-4480-B26A-1CDC38B99EC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5040" y="4264610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점검작업상태</a:t>
            </a:r>
          </a:p>
        </p:txBody>
      </p:sp>
      <p:sp>
        <p:nvSpPr>
          <p:cNvPr id="98" name="Rectangle 88">
            <a:extLst>
              <a:ext uri="{FF2B5EF4-FFF2-40B4-BE49-F238E27FC236}">
                <a16:creationId xmlns:a16="http://schemas.microsoft.com/office/drawing/2014/main" id="{43544148-7A11-428E-9D98-26F0B57E6D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4284335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D54670BF-1F49-4E4C-8218-1F01A9D175C8}"/>
              </a:ext>
            </a:extLst>
          </p:cNvPr>
          <p:cNvSpPr/>
          <p:nvPr/>
        </p:nvSpPr>
        <p:spPr bwMode="auto">
          <a:xfrm>
            <a:off x="5593598" y="4341036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0" name="Rectangle 88">
            <a:extLst>
              <a:ext uri="{FF2B5EF4-FFF2-40B4-BE49-F238E27FC236}">
                <a16:creationId xmlns:a16="http://schemas.microsoft.com/office/drawing/2014/main" id="{413DEEF4-7B9B-4234-B9AF-D61A0B20945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69" y="4321326"/>
            <a:ext cx="2337100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01" name="Rectangle 87">
            <a:extLst>
              <a:ext uri="{FF2B5EF4-FFF2-40B4-BE49-F238E27FC236}">
                <a16:creationId xmlns:a16="http://schemas.microsoft.com/office/drawing/2014/main" id="{A5956391-D4BB-434C-BC66-63BB01AD85F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84935" y="4316037"/>
            <a:ext cx="804430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설비사용부서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F6AFBC63-E36C-432C-8026-B457C8BC3EE8}"/>
              </a:ext>
            </a:extLst>
          </p:cNvPr>
          <p:cNvSpPr/>
          <p:nvPr/>
        </p:nvSpPr>
        <p:spPr bwMode="auto">
          <a:xfrm>
            <a:off x="9686814" y="4376542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3" name="Rectangle 87">
            <a:extLst>
              <a:ext uri="{FF2B5EF4-FFF2-40B4-BE49-F238E27FC236}">
                <a16:creationId xmlns:a16="http://schemas.microsoft.com/office/drawing/2014/main" id="{B9113A83-78EA-417D-818F-B4B42F73383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585040" y="4523792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 err="1">
                <a:solidFill>
                  <a:schemeClr val="tx1"/>
                </a:solidFill>
                <a:ea typeface="굴림" panose="020B0600000101010101" pitchFamily="50" charset="-127"/>
              </a:rPr>
              <a:t>점검명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04" name="Rectangle 88">
            <a:extLst>
              <a:ext uri="{FF2B5EF4-FFF2-40B4-BE49-F238E27FC236}">
                <a16:creationId xmlns:a16="http://schemas.microsoft.com/office/drawing/2014/main" id="{A6317BF4-442A-4369-BD4E-4625F44BB46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723" y="4543517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4" name="Picture 48">
            <a:extLst>
              <a:ext uri="{FF2B5EF4-FFF2-40B4-BE49-F238E27FC236}">
                <a16:creationId xmlns:a16="http://schemas.microsoft.com/office/drawing/2014/main" id="{BB6FA693-5286-4D81-9612-015251A29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38276" y="1809942"/>
            <a:ext cx="93249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8">
            <a:extLst>
              <a:ext uri="{FF2B5EF4-FFF2-40B4-BE49-F238E27FC236}">
                <a16:creationId xmlns:a16="http://schemas.microsoft.com/office/drawing/2014/main" id="{3C62C4B2-76D2-4095-B122-8913A372DD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5626" y="1830580"/>
            <a:ext cx="3317875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검색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 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pic>
        <p:nvPicPr>
          <p:cNvPr id="6" name="Picture 50">
            <a:extLst>
              <a:ext uri="{FF2B5EF4-FFF2-40B4-BE49-F238E27FC236}">
                <a16:creationId xmlns:a16="http://schemas.microsoft.com/office/drawing/2014/main" id="{818A5DE2-6AB3-415E-A0EF-2C39B8F23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41450" y="5244449"/>
            <a:ext cx="932815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88">
            <a:extLst>
              <a:ext uri="{FF2B5EF4-FFF2-40B4-BE49-F238E27FC236}">
                <a16:creationId xmlns:a16="http://schemas.microsoft.com/office/drawing/2014/main" id="{789643DB-F1C4-45F5-86D8-E516532CC5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60029" y="5292073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Excel</a:t>
            </a:r>
            <a:r>
              <a:rPr lang="en-US" altLang="ko-KR" sz="900" b="0" err="1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" name="Rectangle 88">
            <a:extLst>
              <a:ext uri="{FF2B5EF4-FFF2-40B4-BE49-F238E27FC236}">
                <a16:creationId xmlns:a16="http://schemas.microsoft.com/office/drawing/2014/main" id="{D35EAB3C-1294-4532-A773-BEFC32BDF5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4951" y="5301607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목록</a:t>
            </a:r>
          </a:p>
        </p:txBody>
      </p:sp>
      <p:graphicFrame>
        <p:nvGraphicFramePr>
          <p:cNvPr id="9" name="Group 90">
            <a:extLst>
              <a:ext uri="{FF2B5EF4-FFF2-40B4-BE49-F238E27FC236}">
                <a16:creationId xmlns:a16="http://schemas.microsoft.com/office/drawing/2014/main" id="{964C3E7C-CC93-4A9D-862E-BC97FAA8C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293904"/>
              </p:ext>
            </p:extLst>
          </p:nvPr>
        </p:nvGraphicFramePr>
        <p:xfrm>
          <a:off x="1487488" y="5619328"/>
          <a:ext cx="9145016" cy="762000"/>
        </p:xfrm>
        <a:graphic>
          <a:graphicData uri="http://schemas.openxmlformats.org/drawingml/2006/table">
            <a:tbl>
              <a:tblPr/>
              <a:tblGrid>
                <a:gridCol w="422593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722423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</a:tbl>
          </a:graphicData>
        </a:graphic>
      </p:graphicFrame>
      <p:sp>
        <p:nvSpPr>
          <p:cNvPr id="69" name="Rectangle 88">
            <a:extLst>
              <a:ext uri="{FF2B5EF4-FFF2-40B4-BE49-F238E27FC236}">
                <a16:creationId xmlns:a16="http://schemas.microsoft.com/office/drawing/2014/main" id="{47F212FC-71C8-430F-B205-88C1BA2E9F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77969" y="4556185"/>
            <a:ext cx="2337100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5" name="Rectangle 87">
            <a:extLst>
              <a:ext uri="{FF2B5EF4-FFF2-40B4-BE49-F238E27FC236}">
                <a16:creationId xmlns:a16="http://schemas.microsoft.com/office/drawing/2014/main" id="{E033DBDC-F201-4F07-8C3B-D9F2D68AB3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84935" y="4550896"/>
            <a:ext cx="804430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점검작업</a:t>
            </a:r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#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975A18-2C89-32E2-7E82-A4C21A784AC8}"/>
              </a:ext>
            </a:extLst>
          </p:cNvPr>
          <p:cNvSpPr/>
          <p:nvPr/>
        </p:nvSpPr>
        <p:spPr bwMode="auto">
          <a:xfrm>
            <a:off x="1456092" y="1358724"/>
            <a:ext cx="936104" cy="248402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1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Clr>
                <a:srgbClr val="0099CC"/>
              </a:buClr>
            </a:pPr>
            <a:r>
              <a:rPr lang="ko-KR" altLang="en-US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Arial" charset="0"/>
              </a:rPr>
              <a:t>목록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2DA183-E490-B3A7-41B1-2E80F29F5CF2}"/>
              </a:ext>
            </a:extLst>
          </p:cNvPr>
          <p:cNvSpPr/>
          <p:nvPr/>
        </p:nvSpPr>
        <p:spPr bwMode="auto">
          <a:xfrm>
            <a:off x="2452880" y="1359431"/>
            <a:ext cx="936104" cy="246991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1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Clr>
                <a:srgbClr val="0099CC"/>
              </a:buClr>
            </a:pPr>
            <a:r>
              <a:rPr lang="ko-KR" altLang="en-US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Arial" charset="0"/>
              </a:rPr>
              <a:t>월간</a:t>
            </a:r>
          </a:p>
        </p:txBody>
      </p:sp>
      <p:sp>
        <p:nvSpPr>
          <p:cNvPr id="11" name="Rectangle 87">
            <a:extLst>
              <a:ext uri="{FF2B5EF4-FFF2-40B4-BE49-F238E27FC236}">
                <a16:creationId xmlns:a16="http://schemas.microsoft.com/office/drawing/2014/main" id="{5760722D-B645-B2BF-CB56-F4174D99AC4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51585" y="4779223"/>
            <a:ext cx="10810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점검</a:t>
            </a:r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Group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0B2FF8A4-577F-D92D-A78C-7CB2062863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2672" y="4799860"/>
            <a:ext cx="2365375" cy="2333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BA5FC05-F4A4-B36E-C33C-00D585E4005C}"/>
              </a:ext>
            </a:extLst>
          </p:cNvPr>
          <p:cNvSpPr/>
          <p:nvPr/>
        </p:nvSpPr>
        <p:spPr bwMode="auto">
          <a:xfrm>
            <a:off x="5610721" y="4831610"/>
            <a:ext cx="134938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39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workPmiList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정기점검실행목록을 검색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Group 90">
            <a:extLst>
              <a:ext uri="{FF2B5EF4-FFF2-40B4-BE49-F238E27FC236}">
                <a16:creationId xmlns:a16="http://schemas.microsoft.com/office/drawing/2014/main" id="{E9C7BDC4-7A9C-4667-B8EC-815A06332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627218"/>
              </p:ext>
            </p:extLst>
          </p:nvPr>
        </p:nvGraphicFramePr>
        <p:xfrm>
          <a:off x="1487488" y="1546264"/>
          <a:ext cx="9145016" cy="100584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567338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4679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Field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Grid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컬럼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</a:tbl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6C91F46E-DD26-4135-8FE2-9D994AA23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13586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  <p:graphicFrame>
        <p:nvGraphicFramePr>
          <p:cNvPr id="11" name="Group 90">
            <a:extLst>
              <a:ext uri="{FF2B5EF4-FFF2-40B4-BE49-F238E27FC236}">
                <a16:creationId xmlns:a16="http://schemas.microsoft.com/office/drawing/2014/main" id="{8D221147-8805-45A5-A12F-783D5ECB4E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274281"/>
              </p:ext>
            </p:extLst>
          </p:nvPr>
        </p:nvGraphicFramePr>
        <p:xfrm>
          <a:off x="1487488" y="3001512"/>
          <a:ext cx="9073008" cy="41148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6825510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정기점검결과 상세화면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191559"/>
                  </a:ext>
                </a:extLst>
              </a:tr>
            </a:tbl>
          </a:graphicData>
        </a:graphic>
      </p:graphicFrame>
      <p:sp>
        <p:nvSpPr>
          <p:cNvPr id="12" name="Rectangle 8">
            <a:extLst>
              <a:ext uri="{FF2B5EF4-FFF2-40B4-BE49-F238E27FC236}">
                <a16:creationId xmlns:a16="http://schemas.microsoft.com/office/drawing/2014/main" id="{5DD99736-9595-4C70-A0EC-38BF001EA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2722158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●Tab</a:t>
            </a:r>
          </a:p>
        </p:txBody>
      </p:sp>
    </p:spTree>
    <p:extLst>
      <p:ext uri="{BB962C8B-B14F-4D97-AF65-F5344CB8AC3E}">
        <p14:creationId xmlns:p14="http://schemas.microsoft.com/office/powerpoint/2010/main" val="315617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workPmiList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정기점검실행목록을 검색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90">
            <a:extLst>
              <a:ext uri="{FF2B5EF4-FFF2-40B4-BE49-F238E27FC236}">
                <a16:creationId xmlns:a16="http://schemas.microsoft.com/office/drawing/2014/main" id="{830197FC-B4D2-4540-B2F7-D50F6B51E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869973"/>
              </p:ext>
            </p:extLst>
          </p:nvPr>
        </p:nvGraphicFramePr>
        <p:xfrm>
          <a:off x="1487488" y="1584176"/>
          <a:ext cx="8966472" cy="5556504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val="765649478"/>
                    </a:ext>
                  </a:extLst>
                </a:gridCol>
                <a:gridCol w="122110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95224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3811272265"/>
                    </a:ext>
                  </a:extLst>
                </a:gridCol>
                <a:gridCol w="1032366">
                  <a:extLst>
                    <a:ext uri="{9D8B030D-6E8A-4147-A177-3AD203B41FA5}">
                      <a16:colId xmlns:a16="http://schemas.microsoft.com/office/drawing/2014/main" val="1301795413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val="2360123798"/>
                    </a:ext>
                  </a:extLst>
                </a:gridCol>
                <a:gridCol w="1032366">
                  <a:extLst>
                    <a:ext uri="{9D8B030D-6E8A-4147-A177-3AD203B41FA5}">
                      <a16:colId xmlns:a16="http://schemas.microsoft.com/office/drawing/2014/main" val="3496236473"/>
                    </a:ext>
                  </a:extLst>
                </a:gridCol>
              </a:tblGrid>
              <a:tr h="17842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코드타입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일자 과거 </a:t>
                      </a:r>
                      <a:r>
                        <a:rPr lang="en-US" altLang="ko-KR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주일 부터 </a:t>
                      </a:r>
                      <a:endParaRPr lang="en-US" altLang="ko-KR" sz="8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오늘 </a:t>
                      </a:r>
                      <a:r>
                        <a:rPr lang="en-US" altLang="ko-KR" sz="8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default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예방작업번호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433049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EQUIP_ID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EQLOC_ID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5308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3295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WKCTR_ID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5501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설비유형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설비유형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63076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5334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VENDOR_ID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50149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법정설비여부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Y/N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IS_LAW_EQ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28542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MAIN_MNG_ID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19327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SUB_MNG_ID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4430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CYCLE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91994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주기구분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PERIOD_TYPE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99571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8786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설비사용부서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USAGE_DEPT_ID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4396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PMINSLIST_ID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콤마없는 숫자만 가능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271233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AD280a_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TAPMWKGRP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PMWKGRP_ID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TAPMWKGRPITEM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491130"/>
                  </a:ext>
                </a:extLst>
              </a:tr>
            </a:tbl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0A4FE0DA-C8FD-4D6E-86E8-C3B7DBC4F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</p:spTree>
    <p:extLst>
      <p:ext uri="{BB962C8B-B14F-4D97-AF65-F5344CB8AC3E}">
        <p14:creationId xmlns:p14="http://schemas.microsoft.com/office/powerpoint/2010/main" val="305129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dirty="0" err="1">
                          <a:solidFill>
                            <a:schemeClr val="tx1"/>
                          </a:solidFill>
                        </a:rPr>
                        <a:t>workPmiList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정기점검실행목록을 검색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11">
            <a:extLst>
              <a:ext uri="{FF2B5EF4-FFF2-40B4-BE49-F238E27FC236}">
                <a16:creationId xmlns:a16="http://schemas.microsoft.com/office/drawing/2014/main" id="{52FEB206-6297-4273-853C-AF08FAD0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A5D6344-F094-403C-937A-17A91D75E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Grid</a:t>
            </a:r>
            <a:endParaRPr kumimoji="1" lang="en-US" altLang="ko-KR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90">
            <a:extLst>
              <a:ext uri="{FF2B5EF4-FFF2-40B4-BE49-F238E27FC236}">
                <a16:creationId xmlns:a16="http://schemas.microsoft.com/office/drawing/2014/main" id="{1A2C59BA-BF23-42A4-A2CC-7B5D90A24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400659"/>
              </p:ext>
            </p:extLst>
          </p:nvPr>
        </p:nvGraphicFramePr>
        <p:xfrm>
          <a:off x="1487489" y="1543519"/>
          <a:ext cx="9299003" cy="5106761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360805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98843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1027430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275682255"/>
                    </a:ext>
                  </a:extLst>
                </a:gridCol>
                <a:gridCol w="3154742">
                  <a:extLst>
                    <a:ext uri="{9D8B030D-6E8A-4147-A177-3AD203B41FA5}">
                      <a16:colId xmlns:a16="http://schemas.microsoft.com/office/drawing/2014/main" val="4284163590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2299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TAPMINSLIST.EQUIP_ID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7150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TAEQLOC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FULL_DESC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139924"/>
                  </a:ext>
                </a:extLst>
              </a:tr>
              <a:tr h="1626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60786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TADEPT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TAPMINSLIST.DEPT_ID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5364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TAPMINSLIST.EMP_ID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60991"/>
                  </a:ext>
                </a:extLst>
              </a:tr>
              <a:tr h="1553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TAVENDOR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TAPMINSLIST.VENDOR_ID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7748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3155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38800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5978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6432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359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81779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6047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Right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37333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년월일시분초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06664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TAUSER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TAPMINSLIST.UPD_BY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1381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년월일시분초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150055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TAUSER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TAPMINSLIST.CRE_BY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611073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523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355484"/>
              </p:ext>
            </p:extLst>
          </p:nvPr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workCalPmRInsMonthList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정기점검실행목록을 검색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월간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1975A18-2C89-32E2-7E82-A4C21A784AC8}"/>
              </a:ext>
            </a:extLst>
          </p:cNvPr>
          <p:cNvSpPr/>
          <p:nvPr/>
        </p:nvSpPr>
        <p:spPr bwMode="auto">
          <a:xfrm>
            <a:off x="1456092" y="1358724"/>
            <a:ext cx="936104" cy="248402"/>
          </a:xfrm>
          <a:prstGeom prst="rect">
            <a:avLst/>
          </a:prstGeom>
          <a:noFill/>
          <a:ln w="158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1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Clr>
                <a:srgbClr val="0099CC"/>
              </a:buClr>
            </a:pPr>
            <a:r>
              <a:rPr lang="ko-KR" altLang="en-US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Arial" charset="0"/>
              </a:rPr>
              <a:t>목록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2DA183-E490-B3A7-41B1-2E80F29F5CF2}"/>
              </a:ext>
            </a:extLst>
          </p:cNvPr>
          <p:cNvSpPr/>
          <p:nvPr/>
        </p:nvSpPr>
        <p:spPr bwMode="auto">
          <a:xfrm>
            <a:off x="2452880" y="1359431"/>
            <a:ext cx="936104" cy="246991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1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  <a:buClr>
                <a:srgbClr val="0099CC"/>
              </a:buClr>
            </a:pPr>
            <a:r>
              <a:rPr lang="ko-KR" altLang="en-US" sz="1000" b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  <a:cs typeface="Arial" charset="0"/>
              </a:rPr>
              <a:t>월간</a:t>
            </a:r>
          </a:p>
        </p:txBody>
      </p:sp>
      <p:pic>
        <p:nvPicPr>
          <p:cNvPr id="12" name="Picture 48">
            <a:extLst>
              <a:ext uri="{FF2B5EF4-FFF2-40B4-BE49-F238E27FC236}">
                <a16:creationId xmlns:a16="http://schemas.microsoft.com/office/drawing/2014/main" id="{BF53C3C1-1126-E1FF-56F8-F231A367B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38276" y="1628800"/>
            <a:ext cx="93249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88">
            <a:extLst>
              <a:ext uri="{FF2B5EF4-FFF2-40B4-BE49-F238E27FC236}">
                <a16:creationId xmlns:a16="http://schemas.microsoft.com/office/drawing/2014/main" id="{26484717-3792-26EF-1795-08D16BAA44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5626" y="1649438"/>
            <a:ext cx="3317875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검색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 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pic>
        <p:nvPicPr>
          <p:cNvPr id="14" name="Picture 50">
            <a:extLst>
              <a:ext uri="{FF2B5EF4-FFF2-40B4-BE49-F238E27FC236}">
                <a16:creationId xmlns:a16="http://schemas.microsoft.com/office/drawing/2014/main" id="{6BED400E-48C3-0E5E-16A1-07DFD0E82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41450" y="4725145"/>
            <a:ext cx="932815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88">
            <a:extLst>
              <a:ext uri="{FF2B5EF4-FFF2-40B4-BE49-F238E27FC236}">
                <a16:creationId xmlns:a16="http://schemas.microsoft.com/office/drawing/2014/main" id="{E4F40254-677C-CB4A-4B77-72604F116F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60029" y="4772769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6" name="Rectangle 88">
            <a:extLst>
              <a:ext uri="{FF2B5EF4-FFF2-40B4-BE49-F238E27FC236}">
                <a16:creationId xmlns:a16="http://schemas.microsoft.com/office/drawing/2014/main" id="{B8E2D373-D9F1-7D54-4FE1-7CB40BE51A9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22562" y="4778478"/>
            <a:ext cx="2483187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2019-05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graphicFrame>
        <p:nvGraphicFramePr>
          <p:cNvPr id="17" name="Group 90">
            <a:extLst>
              <a:ext uri="{FF2B5EF4-FFF2-40B4-BE49-F238E27FC236}">
                <a16:creationId xmlns:a16="http://schemas.microsoft.com/office/drawing/2014/main" id="{1EDE48F6-E2A5-2081-9B43-0CB6C3249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589137"/>
              </p:ext>
            </p:extLst>
          </p:nvPr>
        </p:nvGraphicFramePr>
        <p:xfrm>
          <a:off x="1536593" y="5076639"/>
          <a:ext cx="9182103" cy="2011524"/>
        </p:xfrm>
        <a:graphic>
          <a:graphicData uri="http://schemas.openxmlformats.org/drawingml/2006/table">
            <a:tbl>
              <a:tblPr/>
              <a:tblGrid>
                <a:gridCol w="1311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17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일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월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화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수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금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토</a:t>
                      </a:r>
                      <a:endParaRPr kumimoji="1" lang="en-US" altLang="ko-KR" sz="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3)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4)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5)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6)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7)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8)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9)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10)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11)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353763"/>
                  </a:ext>
                </a:extLst>
              </a:tr>
              <a:tr h="127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12)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13)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14)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15)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16)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17)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18)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642801"/>
                  </a:ext>
                </a:extLst>
              </a:tr>
              <a:tr h="127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19)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20)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21)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22)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23)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24)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25)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8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26)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27)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28)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29)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30)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31)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Arial Unicode MS" pitchFamily="50" charset="-127"/>
                        </a:rPr>
                        <a:t>           0  /  0  /  0</a:t>
                      </a: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Arial Unicode MS" pitchFamily="50" charset="-127"/>
                      </a:endParaRPr>
                    </a:p>
                  </a:txBody>
                  <a:tcPr marL="91444" marR="91444" marT="45707" marB="45707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88292"/>
                  </a:ext>
                </a:extLst>
              </a:tr>
            </a:tbl>
          </a:graphicData>
        </a:graphic>
      </p:graphicFrame>
      <p:sp>
        <p:nvSpPr>
          <p:cNvPr id="18" name="Rectangle 87">
            <a:extLst>
              <a:ext uri="{FF2B5EF4-FFF2-40B4-BE49-F238E27FC236}">
                <a16:creationId xmlns:a16="http://schemas.microsoft.com/office/drawing/2014/main" id="{22D0E39D-3DE2-DC96-C0B1-FDE533903A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8616336" y="6992472"/>
            <a:ext cx="2103138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T:</a:t>
            </a:r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작업대상 </a:t>
            </a:r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P:</a:t>
            </a:r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미완료 </a:t>
            </a:r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 C:</a:t>
            </a:r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완료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CC2916B6-E4DD-2DBC-CE8C-7164502A043D}"/>
              </a:ext>
            </a:extLst>
          </p:cNvPr>
          <p:cNvGrpSpPr/>
          <p:nvPr/>
        </p:nvGrpSpPr>
        <p:grpSpPr>
          <a:xfrm>
            <a:off x="1566826" y="1941458"/>
            <a:ext cx="8129575" cy="2515298"/>
            <a:chOff x="423825" y="1603296"/>
            <a:chExt cx="8129575" cy="2515298"/>
          </a:xfrm>
        </p:grpSpPr>
        <p:sp>
          <p:nvSpPr>
            <p:cNvPr id="20" name="Rectangle 87">
              <a:extLst>
                <a:ext uri="{FF2B5EF4-FFF2-40B4-BE49-F238E27FC236}">
                  <a16:creationId xmlns:a16="http://schemas.microsoft.com/office/drawing/2014/main" id="{DE1F0E89-4CED-D789-12A0-F9F673EE779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7038" y="1603296"/>
              <a:ext cx="10795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 err="1">
                  <a:solidFill>
                    <a:schemeClr val="tx1"/>
                  </a:solidFill>
                  <a:ea typeface="굴림" panose="020B0600000101010101" pitchFamily="50" charset="-127"/>
                </a:rPr>
                <a:t>년월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1" name="Rectangle 88">
              <a:extLst>
                <a:ext uri="{FF2B5EF4-FFF2-40B4-BE49-F238E27FC236}">
                  <a16:creationId xmlns:a16="http://schemas.microsoft.com/office/drawing/2014/main" id="{666C1B1C-3271-FD8D-6801-52CB4ACB99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97828" y="1623934"/>
              <a:ext cx="2383601" cy="233430"/>
            </a:xfrm>
            <a:prstGeom prst="rect">
              <a:avLst/>
            </a:prstGeom>
            <a:solidFill>
              <a:schemeClr val="bg1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2019-05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E6B45D0-8532-EAE9-B47E-EAD03EF75615}"/>
                </a:ext>
              </a:extLst>
            </p:cNvPr>
            <p:cNvSpPr/>
            <p:nvPr/>
          </p:nvSpPr>
          <p:spPr bwMode="auto">
            <a:xfrm>
              <a:off x="3685222" y="1667568"/>
              <a:ext cx="136525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23" name="Rectangle 87">
              <a:extLst>
                <a:ext uri="{FF2B5EF4-FFF2-40B4-BE49-F238E27FC236}">
                  <a16:creationId xmlns:a16="http://schemas.microsoft.com/office/drawing/2014/main" id="{9D723566-7043-CA37-E723-7341560A7B2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113974" y="1634000"/>
              <a:ext cx="10795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예방작업번호</a:t>
              </a:r>
            </a:p>
          </p:txBody>
        </p:sp>
        <p:sp>
          <p:nvSpPr>
            <p:cNvPr id="24" name="Rectangle 88">
              <a:extLst>
                <a:ext uri="{FF2B5EF4-FFF2-40B4-BE49-F238E27FC236}">
                  <a16:creationId xmlns:a16="http://schemas.microsoft.com/office/drawing/2014/main" id="{28DEE01F-8F33-9D89-8D36-4A8312E5B3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84764" y="1654638"/>
              <a:ext cx="2352653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5" name="Rectangle 87">
              <a:extLst>
                <a:ext uri="{FF2B5EF4-FFF2-40B4-BE49-F238E27FC236}">
                  <a16:creationId xmlns:a16="http://schemas.microsoft.com/office/drawing/2014/main" id="{C9F47F99-B0C4-21C4-C47A-9F70CEC85AC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3825" y="1909763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부서</a:t>
              </a:r>
            </a:p>
          </p:txBody>
        </p:sp>
        <p:sp>
          <p:nvSpPr>
            <p:cNvPr id="26" name="Rectangle 88">
              <a:extLst>
                <a:ext uri="{FF2B5EF4-FFF2-40B4-BE49-F238E27FC236}">
                  <a16:creationId xmlns:a16="http://schemas.microsoft.com/office/drawing/2014/main" id="{85EBC989-73EB-884E-8A85-16E358F7340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04912" y="1930400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7" name="Rectangle 87">
              <a:extLst>
                <a:ext uri="{FF2B5EF4-FFF2-40B4-BE49-F238E27FC236}">
                  <a16:creationId xmlns:a16="http://schemas.microsoft.com/office/drawing/2014/main" id="{B66AF8B1-BF58-E653-BD5B-6475EBFA881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79962" y="1941990"/>
              <a:ext cx="1081088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담당자</a:t>
              </a:r>
            </a:p>
          </p:txBody>
        </p:sp>
        <p:sp>
          <p:nvSpPr>
            <p:cNvPr id="28" name="Rectangle 88">
              <a:extLst>
                <a:ext uri="{FF2B5EF4-FFF2-40B4-BE49-F238E27FC236}">
                  <a16:creationId xmlns:a16="http://schemas.microsoft.com/office/drawing/2014/main" id="{4B5DBFF7-5667-403A-D788-92A3E07EE9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61050" y="1962628"/>
              <a:ext cx="2365375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EFDDA42C-51E2-08A6-34C7-F59E47DA07D4}"/>
                </a:ext>
              </a:extLst>
            </p:cNvPr>
            <p:cNvSpPr/>
            <p:nvPr/>
          </p:nvSpPr>
          <p:spPr bwMode="auto">
            <a:xfrm>
              <a:off x="8347037" y="2003903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91DD58-0A3C-223C-5AE5-85D1DDD7F214}"/>
                </a:ext>
              </a:extLst>
            </p:cNvPr>
            <p:cNvSpPr/>
            <p:nvPr/>
          </p:nvSpPr>
          <p:spPr bwMode="auto">
            <a:xfrm>
              <a:off x="3682962" y="1962150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1" name="Rectangle 87">
              <a:extLst>
                <a:ext uri="{FF2B5EF4-FFF2-40B4-BE49-F238E27FC236}">
                  <a16:creationId xmlns:a16="http://schemas.microsoft.com/office/drawing/2014/main" id="{C5FCA913-3AAB-E42F-3AC7-C4A15946DF8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3825" y="2193925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설비</a:t>
              </a:r>
            </a:p>
          </p:txBody>
        </p:sp>
        <p:sp>
          <p:nvSpPr>
            <p:cNvPr id="76" name="Rectangle 88">
              <a:extLst>
                <a:ext uri="{FF2B5EF4-FFF2-40B4-BE49-F238E27FC236}">
                  <a16:creationId xmlns:a16="http://schemas.microsoft.com/office/drawing/2014/main" id="{F57CC552-C2CF-82E8-DFBF-E17108D8C1A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04912" y="2214563"/>
              <a:ext cx="2365375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7" name="Rectangle 87">
              <a:extLst>
                <a:ext uri="{FF2B5EF4-FFF2-40B4-BE49-F238E27FC236}">
                  <a16:creationId xmlns:a16="http://schemas.microsoft.com/office/drawing/2014/main" id="{EB460D45-E215-9760-1A79-621E66CE374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79962" y="2226153"/>
              <a:ext cx="1081088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설비위치</a:t>
              </a:r>
            </a:p>
          </p:txBody>
        </p:sp>
        <p:sp>
          <p:nvSpPr>
            <p:cNvPr id="78" name="Rectangle 88">
              <a:extLst>
                <a:ext uri="{FF2B5EF4-FFF2-40B4-BE49-F238E27FC236}">
                  <a16:creationId xmlns:a16="http://schemas.microsoft.com/office/drawing/2014/main" id="{29E9C35F-6210-0B78-3D3C-DFE8FA7748B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61050" y="2246790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4CCDBEC8-A498-C18E-BB22-34F8C92F1399}"/>
                </a:ext>
              </a:extLst>
            </p:cNvPr>
            <p:cNvSpPr/>
            <p:nvPr/>
          </p:nvSpPr>
          <p:spPr bwMode="auto">
            <a:xfrm>
              <a:off x="8347037" y="2288065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7DBD2D81-53AF-2B8E-A441-A0D696C0EA05}"/>
                </a:ext>
              </a:extLst>
            </p:cNvPr>
            <p:cNvSpPr/>
            <p:nvPr/>
          </p:nvSpPr>
          <p:spPr bwMode="auto">
            <a:xfrm>
              <a:off x="3682962" y="2246313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83" name="Rectangle 87">
              <a:extLst>
                <a:ext uri="{FF2B5EF4-FFF2-40B4-BE49-F238E27FC236}">
                  <a16:creationId xmlns:a16="http://schemas.microsoft.com/office/drawing/2014/main" id="{33734AFF-293E-A08E-8CB5-C00843CBEC7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3825" y="2473325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설비종류</a:t>
              </a:r>
            </a:p>
          </p:txBody>
        </p:sp>
        <p:sp>
          <p:nvSpPr>
            <p:cNvPr id="84" name="Rectangle 88">
              <a:extLst>
                <a:ext uri="{FF2B5EF4-FFF2-40B4-BE49-F238E27FC236}">
                  <a16:creationId xmlns:a16="http://schemas.microsoft.com/office/drawing/2014/main" id="{A037833C-467D-708F-DBCE-216BDAC3864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04912" y="2493963"/>
              <a:ext cx="2365375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85" name="Rectangle 87">
              <a:extLst>
                <a:ext uri="{FF2B5EF4-FFF2-40B4-BE49-F238E27FC236}">
                  <a16:creationId xmlns:a16="http://schemas.microsoft.com/office/drawing/2014/main" id="{7B10E159-FD6A-A2D1-A59B-E157231306C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79962" y="2505553"/>
              <a:ext cx="1081088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법정설비여부</a:t>
              </a:r>
            </a:p>
          </p:txBody>
        </p:sp>
        <p:sp>
          <p:nvSpPr>
            <p:cNvPr id="87" name="Rectangle 88">
              <a:extLst>
                <a:ext uri="{FF2B5EF4-FFF2-40B4-BE49-F238E27FC236}">
                  <a16:creationId xmlns:a16="http://schemas.microsoft.com/office/drawing/2014/main" id="{6FC0F3EF-922B-4386-E343-279AB1FCF04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61050" y="2526190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7D5B21EF-73D8-DF4E-F0AA-9C33C12E6BAB}"/>
                </a:ext>
              </a:extLst>
            </p:cNvPr>
            <p:cNvSpPr/>
            <p:nvPr/>
          </p:nvSpPr>
          <p:spPr bwMode="auto">
            <a:xfrm>
              <a:off x="3682962" y="2525713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89" name="Rectangle 87">
              <a:extLst>
                <a:ext uri="{FF2B5EF4-FFF2-40B4-BE49-F238E27FC236}">
                  <a16:creationId xmlns:a16="http://schemas.microsoft.com/office/drawing/2014/main" id="{3890368D-84DE-B533-927C-686EE6C5F7C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3825" y="2747963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관리자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(</a:t>
              </a:r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정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)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0" name="Rectangle 88">
              <a:extLst>
                <a:ext uri="{FF2B5EF4-FFF2-40B4-BE49-F238E27FC236}">
                  <a16:creationId xmlns:a16="http://schemas.microsoft.com/office/drawing/2014/main" id="{64AB9A84-13CD-E80A-D8D6-F275F309B0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04912" y="2768600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1" name="Rectangle 87">
              <a:extLst>
                <a:ext uri="{FF2B5EF4-FFF2-40B4-BE49-F238E27FC236}">
                  <a16:creationId xmlns:a16="http://schemas.microsoft.com/office/drawing/2014/main" id="{D94D1DB6-1007-5C7F-7D2F-82370166C94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79962" y="2780190"/>
              <a:ext cx="1081088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관리자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(</a:t>
              </a:r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부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)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2" name="Rectangle 88">
              <a:extLst>
                <a:ext uri="{FF2B5EF4-FFF2-40B4-BE49-F238E27FC236}">
                  <a16:creationId xmlns:a16="http://schemas.microsoft.com/office/drawing/2014/main" id="{49D21D9C-1E32-C49A-EF11-0648E0B3C3D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61050" y="2800828"/>
              <a:ext cx="2365375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2B7E4842-E68F-1C13-AA16-05650D1C286B}"/>
                </a:ext>
              </a:extLst>
            </p:cNvPr>
            <p:cNvSpPr/>
            <p:nvPr/>
          </p:nvSpPr>
          <p:spPr bwMode="auto">
            <a:xfrm>
              <a:off x="3682962" y="2800350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06" name="Rectangle 87">
              <a:extLst>
                <a:ext uri="{FF2B5EF4-FFF2-40B4-BE49-F238E27FC236}">
                  <a16:creationId xmlns:a16="http://schemas.microsoft.com/office/drawing/2014/main" id="{76323FE0-65AC-9331-B910-87EE346B291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33473" y="3285648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주기구분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(</a:t>
              </a:r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주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/</a:t>
              </a:r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월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/</a:t>
              </a:r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년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)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07" name="Rectangle 88">
              <a:extLst>
                <a:ext uri="{FF2B5EF4-FFF2-40B4-BE49-F238E27FC236}">
                  <a16:creationId xmlns:a16="http://schemas.microsoft.com/office/drawing/2014/main" id="{759234B3-E756-1B7E-7639-7610599F6E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4560" y="3306286"/>
              <a:ext cx="2365375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08" name="Rectangle 87">
              <a:extLst>
                <a:ext uri="{FF2B5EF4-FFF2-40B4-BE49-F238E27FC236}">
                  <a16:creationId xmlns:a16="http://schemas.microsoft.com/office/drawing/2014/main" id="{A44696ED-A306-B136-7137-F79B693E8C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83260" y="3317876"/>
              <a:ext cx="1081088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설비유형</a:t>
              </a:r>
            </a:p>
          </p:txBody>
        </p:sp>
        <p:sp>
          <p:nvSpPr>
            <p:cNvPr id="109" name="Rectangle 88">
              <a:extLst>
                <a:ext uri="{FF2B5EF4-FFF2-40B4-BE49-F238E27FC236}">
                  <a16:creationId xmlns:a16="http://schemas.microsoft.com/office/drawing/2014/main" id="{E55CF9E0-4E32-8B06-51A4-8EBDEAB03CC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64348" y="3338513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78AE0B2E-E33E-43AF-F5B0-AD74F8427C74}"/>
                </a:ext>
              </a:extLst>
            </p:cNvPr>
            <p:cNvSpPr/>
            <p:nvPr/>
          </p:nvSpPr>
          <p:spPr bwMode="auto">
            <a:xfrm>
              <a:off x="3692610" y="3338036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1" name="Rectangle 87">
              <a:extLst>
                <a:ext uri="{FF2B5EF4-FFF2-40B4-BE49-F238E27FC236}">
                  <a16:creationId xmlns:a16="http://schemas.microsoft.com/office/drawing/2014/main" id="{7A699D9E-B48F-F343-FAC0-935F9F62579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33473" y="3555684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 err="1">
                  <a:solidFill>
                    <a:schemeClr val="tx1"/>
                  </a:solidFill>
                  <a:ea typeface="굴림" panose="020B0600000101010101" pitchFamily="50" charset="-127"/>
                </a:rPr>
                <a:t>공장명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2" name="Rectangle 88">
              <a:extLst>
                <a:ext uri="{FF2B5EF4-FFF2-40B4-BE49-F238E27FC236}">
                  <a16:creationId xmlns:a16="http://schemas.microsoft.com/office/drawing/2014/main" id="{F700A090-08F3-8994-F93D-DF428ABFDCC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4560" y="3576321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F45EAE55-39A9-AE8B-AA0E-390F907E438E}"/>
                </a:ext>
              </a:extLst>
            </p:cNvPr>
            <p:cNvSpPr/>
            <p:nvPr/>
          </p:nvSpPr>
          <p:spPr bwMode="auto">
            <a:xfrm>
              <a:off x="3692610" y="3608071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72BFE539-9D9C-25A0-2F5F-76537BE865EF}"/>
                </a:ext>
              </a:extLst>
            </p:cNvPr>
            <p:cNvSpPr/>
            <p:nvPr/>
          </p:nvSpPr>
          <p:spPr bwMode="auto">
            <a:xfrm>
              <a:off x="8354529" y="2558891"/>
              <a:ext cx="134937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E2E9EDED-B9EE-1127-F2C8-07EEF647E308}"/>
                </a:ext>
              </a:extLst>
            </p:cNvPr>
            <p:cNvSpPr/>
            <p:nvPr/>
          </p:nvSpPr>
          <p:spPr bwMode="auto">
            <a:xfrm>
              <a:off x="8356116" y="2839879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C57DECE2-B051-BAF2-B0A7-EDD5A3EDB2D4}"/>
                </a:ext>
              </a:extLst>
            </p:cNvPr>
            <p:cNvSpPr/>
            <p:nvPr/>
          </p:nvSpPr>
          <p:spPr bwMode="auto">
            <a:xfrm>
              <a:off x="8349766" y="3392327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7" name="Rectangle 87">
              <a:extLst>
                <a:ext uri="{FF2B5EF4-FFF2-40B4-BE49-F238E27FC236}">
                  <a16:creationId xmlns:a16="http://schemas.microsoft.com/office/drawing/2014/main" id="{582ED56E-B6D4-6D7F-4920-BE430EAC57E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9540" y="3022441"/>
              <a:ext cx="1081087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작업그룹</a:t>
              </a:r>
            </a:p>
          </p:txBody>
        </p:sp>
        <p:sp>
          <p:nvSpPr>
            <p:cNvPr id="118" name="Rectangle 88">
              <a:extLst>
                <a:ext uri="{FF2B5EF4-FFF2-40B4-BE49-F238E27FC236}">
                  <a16:creationId xmlns:a16="http://schemas.microsoft.com/office/drawing/2014/main" id="{84CAFF1F-4009-FA82-A2F2-82DDB9D32A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10627" y="3043078"/>
              <a:ext cx="236537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9" name="Rectangle 87">
              <a:extLst>
                <a:ext uri="{FF2B5EF4-FFF2-40B4-BE49-F238E27FC236}">
                  <a16:creationId xmlns:a16="http://schemas.microsoft.com/office/drawing/2014/main" id="{4471060F-723B-C03C-BCC1-6524CE8C7C1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85677" y="3054668"/>
              <a:ext cx="1081088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주기</a:t>
              </a:r>
            </a:p>
          </p:txBody>
        </p:sp>
        <p:sp>
          <p:nvSpPr>
            <p:cNvPr id="120" name="Rectangle 88">
              <a:extLst>
                <a:ext uri="{FF2B5EF4-FFF2-40B4-BE49-F238E27FC236}">
                  <a16:creationId xmlns:a16="http://schemas.microsoft.com/office/drawing/2014/main" id="{D9BC13E8-266D-0E79-D441-63B53372ABB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166765" y="3075306"/>
              <a:ext cx="2365375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4E0E9224-8F27-AC66-30EA-106DA0ED9072}"/>
                </a:ext>
              </a:extLst>
            </p:cNvPr>
            <p:cNvSpPr/>
            <p:nvPr/>
          </p:nvSpPr>
          <p:spPr bwMode="auto">
            <a:xfrm>
              <a:off x="3688677" y="3074828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1119C6C2-3A27-FA66-03F0-BA808C15822A}"/>
                </a:ext>
              </a:extLst>
            </p:cNvPr>
            <p:cNvSpPr/>
            <p:nvPr/>
          </p:nvSpPr>
          <p:spPr bwMode="auto">
            <a:xfrm>
              <a:off x="8361831" y="3114357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23" name="Rectangle 88">
              <a:extLst>
                <a:ext uri="{FF2B5EF4-FFF2-40B4-BE49-F238E27FC236}">
                  <a16:creationId xmlns:a16="http://schemas.microsoft.com/office/drawing/2014/main" id="{EC7A06DE-CE01-FD94-BC9D-6EBE82BAF21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203871" y="3615840"/>
              <a:ext cx="2349529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4" name="Rectangle 87">
              <a:extLst>
                <a:ext uri="{FF2B5EF4-FFF2-40B4-BE49-F238E27FC236}">
                  <a16:creationId xmlns:a16="http://schemas.microsoft.com/office/drawing/2014/main" id="{3633173D-4B31-87DE-64C3-094214AB487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176758" y="3610625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거래처</a:t>
              </a: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EB8F6017-B347-A78A-3BC4-780DAF1C746E}"/>
                </a:ext>
              </a:extLst>
            </p:cNvPr>
            <p:cNvSpPr/>
            <p:nvPr/>
          </p:nvSpPr>
          <p:spPr bwMode="auto">
            <a:xfrm>
              <a:off x="8337376" y="3646003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26" name="Rectangle 87">
              <a:extLst>
                <a:ext uri="{FF2B5EF4-FFF2-40B4-BE49-F238E27FC236}">
                  <a16:creationId xmlns:a16="http://schemas.microsoft.com/office/drawing/2014/main" id="{B1149D67-CEAB-1F09-5644-33852764FE3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73950" y="3824294"/>
              <a:ext cx="947694" cy="234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작업형태</a:t>
              </a:r>
            </a:p>
          </p:txBody>
        </p:sp>
        <p:sp>
          <p:nvSpPr>
            <p:cNvPr id="127" name="Rectangle 88">
              <a:extLst>
                <a:ext uri="{FF2B5EF4-FFF2-40B4-BE49-F238E27FC236}">
                  <a16:creationId xmlns:a16="http://schemas.microsoft.com/office/drawing/2014/main" id="{326103A4-E677-6E9B-026A-C6DE54E38F9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504912" y="3844018"/>
              <a:ext cx="2365374" cy="217625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8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5120" name="타원 5119">
              <a:extLst>
                <a:ext uri="{FF2B5EF4-FFF2-40B4-BE49-F238E27FC236}">
                  <a16:creationId xmlns:a16="http://schemas.microsoft.com/office/drawing/2014/main" id="{1DAC36FD-D21C-0D1D-D42B-136AEDFA6D23}"/>
                </a:ext>
              </a:extLst>
            </p:cNvPr>
            <p:cNvSpPr/>
            <p:nvPr/>
          </p:nvSpPr>
          <p:spPr bwMode="auto">
            <a:xfrm>
              <a:off x="3665934" y="3873331"/>
              <a:ext cx="134938" cy="14562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5121" name="Rectangle 88">
              <a:extLst>
                <a:ext uri="{FF2B5EF4-FFF2-40B4-BE49-F238E27FC236}">
                  <a16:creationId xmlns:a16="http://schemas.microsoft.com/office/drawing/2014/main" id="{91D75BB0-27A9-BF0C-81FF-D3F3184760F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203871" y="3872984"/>
              <a:ext cx="2349529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5122" name="Rectangle 87">
              <a:extLst>
                <a:ext uri="{FF2B5EF4-FFF2-40B4-BE49-F238E27FC236}">
                  <a16:creationId xmlns:a16="http://schemas.microsoft.com/office/drawing/2014/main" id="{D295A053-9927-1494-539A-7CE6358E52F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176758" y="3867769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>
                  <a:solidFill>
                    <a:schemeClr val="tx1"/>
                  </a:solidFill>
                  <a:ea typeface="굴림" panose="020B0600000101010101" pitchFamily="50" charset="-127"/>
                </a:rPr>
                <a:t>작업명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</p:grpSp>
      <p:sp>
        <p:nvSpPr>
          <p:cNvPr id="5126" name="TextBox 5125">
            <a:extLst>
              <a:ext uri="{FF2B5EF4-FFF2-40B4-BE49-F238E27FC236}">
                <a16:creationId xmlns:a16="http://schemas.microsoft.com/office/drawing/2014/main" id="{659E9DEC-11FB-6C04-9657-8FE62F499A0D}"/>
              </a:ext>
            </a:extLst>
          </p:cNvPr>
          <p:cNvSpPr txBox="1"/>
          <p:nvPr/>
        </p:nvSpPr>
        <p:spPr>
          <a:xfrm>
            <a:off x="5013286" y="1290983"/>
            <a:ext cx="2882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AP511_정기점검실행(월간)</a:t>
            </a:r>
          </a:p>
        </p:txBody>
      </p:sp>
      <p:sp>
        <p:nvSpPr>
          <p:cNvPr id="4" name="Rectangle 87">
            <a:extLst>
              <a:ext uri="{FF2B5EF4-FFF2-40B4-BE49-F238E27FC236}">
                <a16:creationId xmlns:a16="http://schemas.microsoft.com/office/drawing/2014/main" id="{D1325FA5-F183-A2C7-696E-5185C52016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1586392" y="4417067"/>
            <a:ext cx="10810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점검</a:t>
            </a:r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Group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" name="Rectangle 88">
            <a:extLst>
              <a:ext uri="{FF2B5EF4-FFF2-40B4-BE49-F238E27FC236}">
                <a16:creationId xmlns:a16="http://schemas.microsoft.com/office/drawing/2014/main" id="{AC190C9D-3691-D852-7213-F24768266EAB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7479" y="4437704"/>
            <a:ext cx="2365375" cy="2333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3871749-9396-4BE1-6D82-708A6C85B06C}"/>
              </a:ext>
            </a:extLst>
          </p:cNvPr>
          <p:cNvSpPr/>
          <p:nvPr/>
        </p:nvSpPr>
        <p:spPr bwMode="auto">
          <a:xfrm>
            <a:off x="4845528" y="4469454"/>
            <a:ext cx="134938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368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workCalPmRInsMonthList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정기점검실행목록을 검색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월간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Picture 50">
            <a:extLst>
              <a:ext uri="{FF2B5EF4-FFF2-40B4-BE49-F238E27FC236}">
                <a16:creationId xmlns:a16="http://schemas.microsoft.com/office/drawing/2014/main" id="{8CC81B89-582E-7C42-2703-EFF5A5FB2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41450" y="1397937"/>
            <a:ext cx="9328150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8">
            <a:extLst>
              <a:ext uri="{FF2B5EF4-FFF2-40B4-BE49-F238E27FC236}">
                <a16:creationId xmlns:a16="http://schemas.microsoft.com/office/drawing/2014/main" id="{30D43C7A-F836-8E32-392B-17C78CE37DF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60029" y="1445561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Excel</a:t>
            </a:r>
            <a:r>
              <a:rPr lang="en-US" altLang="ko-KR" sz="900" b="0" err="1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6" name="Rectangle 88">
            <a:extLst>
              <a:ext uri="{FF2B5EF4-FFF2-40B4-BE49-F238E27FC236}">
                <a16:creationId xmlns:a16="http://schemas.microsoft.com/office/drawing/2014/main" id="{ACCA6414-752A-03EC-3A5C-B8E9E48C1E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84951" y="1455095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목록</a:t>
            </a:r>
          </a:p>
        </p:txBody>
      </p:sp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2F6A8FE9-1213-153D-26FA-EEB24479C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731749"/>
              </p:ext>
            </p:extLst>
          </p:nvPr>
        </p:nvGraphicFramePr>
        <p:xfrm>
          <a:off x="1487489" y="1772816"/>
          <a:ext cx="8622785" cy="762000"/>
        </p:xfrm>
        <a:graphic>
          <a:graphicData uri="http://schemas.openxmlformats.org/drawingml/2006/table">
            <a:tbl>
              <a:tblPr/>
              <a:tblGrid>
                <a:gridCol w="422593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200192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97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DD40ECC2-6423-4941-B869-6E623979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월간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4" name="Group 90">
            <a:extLst>
              <a:ext uri="{FF2B5EF4-FFF2-40B4-BE49-F238E27FC236}">
                <a16:creationId xmlns:a16="http://schemas.microsoft.com/office/drawing/2014/main" id="{348DC43C-0877-438E-95B3-72A6C40B3F15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1546264"/>
          <a:ext cx="9145016" cy="100584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567338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4679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Field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Grid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컬럼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</a:tbl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57D6EA02-3483-4522-A3B7-5D6969B1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13586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  <p:graphicFrame>
        <p:nvGraphicFramePr>
          <p:cNvPr id="6" name="Group 90">
            <a:extLst>
              <a:ext uri="{FF2B5EF4-FFF2-40B4-BE49-F238E27FC236}">
                <a16:creationId xmlns:a16="http://schemas.microsoft.com/office/drawing/2014/main" id="{95183A67-062F-41D4-9953-12AC9FCF72CB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3001512"/>
          <a:ext cx="9073008" cy="41148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6825510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정기점검결과 상세화면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191559"/>
                  </a:ext>
                </a:extLst>
              </a:tr>
            </a:tbl>
          </a:graphicData>
        </a:graphic>
      </p:graphicFrame>
      <p:sp>
        <p:nvSpPr>
          <p:cNvPr id="7" name="Rectangle 8">
            <a:extLst>
              <a:ext uri="{FF2B5EF4-FFF2-40B4-BE49-F238E27FC236}">
                <a16:creationId xmlns:a16="http://schemas.microsoft.com/office/drawing/2014/main" id="{D2B82E4C-7C3C-4B6F-AFF9-9460EAD6A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2722158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●Tab</a:t>
            </a:r>
          </a:p>
        </p:txBody>
      </p:sp>
      <p:graphicFrame>
        <p:nvGraphicFramePr>
          <p:cNvPr id="3" name="Group 144">
            <a:extLst>
              <a:ext uri="{FF2B5EF4-FFF2-40B4-BE49-F238E27FC236}">
                <a16:creationId xmlns:a16="http://schemas.microsoft.com/office/drawing/2014/main" id="{AB0AF574-4630-4DCC-AC96-39B96EC4B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811748"/>
              </p:ext>
            </p:extLst>
          </p:nvPr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workCalPmRInsMonthList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191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DD40ECC2-6423-4941-B869-6E623979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월간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Group 90">
            <a:extLst>
              <a:ext uri="{FF2B5EF4-FFF2-40B4-BE49-F238E27FC236}">
                <a16:creationId xmlns:a16="http://schemas.microsoft.com/office/drawing/2014/main" id="{8ADAB029-1BD3-4423-ADCF-983D789CC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263127"/>
              </p:ext>
            </p:extLst>
          </p:nvPr>
        </p:nvGraphicFramePr>
        <p:xfrm>
          <a:off x="1487488" y="1584176"/>
          <a:ext cx="8695010" cy="464820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806768">
                  <a:extLst>
                    <a:ext uri="{9D8B030D-6E8A-4147-A177-3AD203B41FA5}">
                      <a16:colId xmlns:a16="http://schemas.microsoft.com/office/drawing/2014/main" val="765649478"/>
                    </a:ext>
                  </a:extLst>
                </a:gridCol>
                <a:gridCol w="1051243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95224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746442">
                  <a:extLst>
                    <a:ext uri="{9D8B030D-6E8A-4147-A177-3AD203B41FA5}">
                      <a16:colId xmlns:a16="http://schemas.microsoft.com/office/drawing/2014/main" val="3811272265"/>
                    </a:ext>
                  </a:extLst>
                </a:gridCol>
                <a:gridCol w="1032366">
                  <a:extLst>
                    <a:ext uri="{9D8B030D-6E8A-4147-A177-3AD203B41FA5}">
                      <a16:colId xmlns:a16="http://schemas.microsoft.com/office/drawing/2014/main" val="1301795413"/>
                    </a:ext>
                  </a:extLst>
                </a:gridCol>
                <a:gridCol w="913130">
                  <a:extLst>
                    <a:ext uri="{9D8B030D-6E8A-4147-A177-3AD203B41FA5}">
                      <a16:colId xmlns:a16="http://schemas.microsoft.com/office/drawing/2014/main" val="2360123798"/>
                    </a:ext>
                  </a:extLst>
                </a:gridCol>
                <a:gridCol w="1032366">
                  <a:extLst>
                    <a:ext uri="{9D8B030D-6E8A-4147-A177-3AD203B41FA5}">
                      <a16:colId xmlns:a16="http://schemas.microsoft.com/office/drawing/2014/main" val="3496236473"/>
                    </a:ext>
                  </a:extLst>
                </a:gridCol>
              </a:tblGrid>
              <a:tr h="17842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코드타입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ReadOnly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예방작업번호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433049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EQUIP_ID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EQLOC_ID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5308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3295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WKCTR_ID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5501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설비유형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설비유형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63076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5334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VENDOR_ID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50149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법정설비여부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Y/N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IS_LAW_EQ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28542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MAIN_MNG_ID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19327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SUB_MNG_ID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4430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CYCLE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91994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주기구분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PERIOD_TYPE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99571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AD280a_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TAPMWKGRP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PMWKGRP_ID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TAPMWKGRPITEM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있는 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116599"/>
                  </a:ext>
                </a:extLst>
              </a:tr>
            </a:tbl>
          </a:graphicData>
        </a:graphic>
      </p:graphicFrame>
      <p:sp>
        <p:nvSpPr>
          <p:cNvPr id="8" name="Rectangle 8">
            <a:extLst>
              <a:ext uri="{FF2B5EF4-FFF2-40B4-BE49-F238E27FC236}">
                <a16:creationId xmlns:a16="http://schemas.microsoft.com/office/drawing/2014/main" id="{F4A91B07-B4EA-4F1D-8BEB-584E6BB85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  <p:graphicFrame>
        <p:nvGraphicFramePr>
          <p:cNvPr id="4" name="Group 144">
            <a:extLst>
              <a:ext uri="{FF2B5EF4-FFF2-40B4-BE49-F238E27FC236}">
                <a16:creationId xmlns:a16="http://schemas.microsoft.com/office/drawing/2014/main" id="{0E69C1E1-58EE-4BB4-9CA8-DBC133712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359218"/>
              </p:ext>
            </p:extLst>
          </p:nvPr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workCalPmRInsMonthList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97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B771385-0696-4AA8-8A0E-827B4BC9F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Grid</a:t>
            </a:r>
            <a:endParaRPr kumimoji="1" lang="en-US" altLang="ko-KR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Group 90">
            <a:extLst>
              <a:ext uri="{FF2B5EF4-FFF2-40B4-BE49-F238E27FC236}">
                <a16:creationId xmlns:a16="http://schemas.microsoft.com/office/drawing/2014/main" id="{CEEFB50E-BF05-4267-968B-7AB653ED460F}"/>
              </a:ext>
            </a:extLst>
          </p:cNvPr>
          <p:cNvGraphicFramePr>
            <a:graphicFrameLocks noGrp="1"/>
          </p:cNvGraphicFramePr>
          <p:nvPr/>
        </p:nvGraphicFramePr>
        <p:xfrm>
          <a:off x="1487489" y="1543519"/>
          <a:ext cx="9299003" cy="5106761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360805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98843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1027430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275682255"/>
                    </a:ext>
                  </a:extLst>
                </a:gridCol>
                <a:gridCol w="3154742">
                  <a:extLst>
                    <a:ext uri="{9D8B030D-6E8A-4147-A177-3AD203B41FA5}">
                      <a16:colId xmlns:a16="http://schemas.microsoft.com/office/drawing/2014/main" val="4284163590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2299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TAPMINSLIST.EQUIP_ID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7150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TAEQLOC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FULL_DESC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139924"/>
                  </a:ext>
                </a:extLst>
              </a:tr>
              <a:tr h="1626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60786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TADEPT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TAPMINSLIST.DEPT_ID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5364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TAPMINSLIST.EMP_ID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60991"/>
                  </a:ext>
                </a:extLst>
              </a:tr>
              <a:tr h="1553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TAVENDOR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TAPMINSLIST.VENDOR_ID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7748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3155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38800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5978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6432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359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81779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6047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Right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37333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년월일시분초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06664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TAUSER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TAPMINSLIST.UPD_BY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1381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년월일시분초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150055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TAUSER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TAPMINSLIST.CRE_BY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611073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523866"/>
                  </a:ext>
                </a:extLst>
              </a:tr>
            </a:tbl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BE1C9E01-934A-4C6B-A132-D09688D50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월간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Group 144">
            <a:extLst>
              <a:ext uri="{FF2B5EF4-FFF2-40B4-BE49-F238E27FC236}">
                <a16:creationId xmlns:a16="http://schemas.microsoft.com/office/drawing/2014/main" id="{5AAE2080-DEB6-4E70-B666-1A6008736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39694"/>
              </p:ext>
            </p:extLst>
          </p:nvPr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workCalPmRInsMonthList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289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pic>
        <p:nvPicPr>
          <p:cNvPr id="60" name="Picture 51">
            <a:extLst>
              <a:ext uri="{FF2B5EF4-FFF2-40B4-BE49-F238E27FC236}">
                <a16:creationId xmlns:a16="http://schemas.microsoft.com/office/drawing/2014/main" id="{902D0D0B-BCED-496A-B036-BF5F60EA4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457325" y="1306514"/>
            <a:ext cx="92583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Rectangle 88">
            <a:extLst>
              <a:ext uri="{FF2B5EF4-FFF2-40B4-BE49-F238E27FC236}">
                <a16:creationId xmlns:a16="http://schemas.microsoft.com/office/drawing/2014/main" id="{93523708-849E-457B-B456-C11D374E48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65536" y="1347962"/>
            <a:ext cx="3571875" cy="2330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승인요청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</a:t>
            </a:r>
            <a:r>
              <a:rPr lang="ko-KR" altLang="en-US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취소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</a:t>
            </a:r>
            <a:r>
              <a:rPr lang="ko-KR" altLang="en-US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확정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ko-KR" altLang="en-US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저장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en-US" altLang="ko-KR" sz="900" b="0" dirty="0" err="1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r>
              <a:rPr lang="en-US" altLang="ko-KR" sz="900" b="0" err="1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Linked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66" name="Rectangle 88">
            <a:extLst>
              <a:ext uri="{FF2B5EF4-FFF2-40B4-BE49-F238E27FC236}">
                <a16:creationId xmlns:a16="http://schemas.microsoft.com/office/drawing/2014/main" id="{FDDBB39A-5CB1-4F41-93BD-02DFF52A2F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46250" y="1344613"/>
            <a:ext cx="4979988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예방작업번호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: </a:t>
            </a:r>
            <a:r>
              <a:rPr kumimoji="1" lang="en-US" altLang="ko-KR" sz="9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10001 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| </a:t>
            </a:r>
            <a:r>
              <a:rPr kumimoji="1" lang="en-US" altLang="ko-KR" sz="9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UHT-1(</a:t>
            </a:r>
            <a:r>
              <a:rPr kumimoji="1" lang="ko-KR" altLang="en-US" sz="900" b="0" dirty="0" err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시유</a:t>
            </a:r>
            <a:r>
              <a:rPr kumimoji="1" lang="en-US" altLang="ko-KR" sz="9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) </a:t>
            </a:r>
            <a:r>
              <a:rPr kumimoji="1" lang="ko-KR" altLang="en-US" sz="900" b="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점검작업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pic>
        <p:nvPicPr>
          <p:cNvPr id="99" name="Picture 51">
            <a:extLst>
              <a:ext uri="{FF2B5EF4-FFF2-40B4-BE49-F238E27FC236}">
                <a16:creationId xmlns:a16="http://schemas.microsoft.com/office/drawing/2014/main" id="{D31683F1-CC6F-439E-84C1-6851647D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75424" y="5338469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Rectangle 88">
            <a:extLst>
              <a:ext uri="{FF2B5EF4-FFF2-40B4-BE49-F238E27FC236}">
                <a16:creationId xmlns:a16="http://schemas.microsoft.com/office/drawing/2014/main" id="{796B0F35-6B48-4BC5-8BED-69981089F8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1741" y="5374885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01" name="Rectangle 88">
            <a:extLst>
              <a:ext uri="{FF2B5EF4-FFF2-40B4-BE49-F238E27FC236}">
                <a16:creationId xmlns:a16="http://schemas.microsoft.com/office/drawing/2014/main" id="{E627EE85-2B6B-4B8E-BDA6-E8A4457AEA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3399" y="5363868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</a:t>
            </a:r>
          </a:p>
        </p:txBody>
      </p:sp>
      <p:pic>
        <p:nvPicPr>
          <p:cNvPr id="102" name="Picture 51">
            <a:extLst>
              <a:ext uri="{FF2B5EF4-FFF2-40B4-BE49-F238E27FC236}">
                <a16:creationId xmlns:a16="http://schemas.microsoft.com/office/drawing/2014/main" id="{B865430E-A5B9-4407-8273-F30E272B2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75424" y="6051986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" name="Rectangle 88">
            <a:extLst>
              <a:ext uri="{FF2B5EF4-FFF2-40B4-BE49-F238E27FC236}">
                <a16:creationId xmlns:a16="http://schemas.microsoft.com/office/drawing/2014/main" id="{0D7D01DE-C3A2-47FB-B531-8FB866F7372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1741" y="6088402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04" name="Rectangle 88">
            <a:extLst>
              <a:ext uri="{FF2B5EF4-FFF2-40B4-BE49-F238E27FC236}">
                <a16:creationId xmlns:a16="http://schemas.microsoft.com/office/drawing/2014/main" id="{41891DC6-CCE7-4897-95A0-8075F345A9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3399" y="6077385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첨부문서</a:t>
            </a:r>
          </a:p>
        </p:txBody>
      </p:sp>
      <p:pic>
        <p:nvPicPr>
          <p:cNvPr id="59" name="Picture 51">
            <a:extLst>
              <a:ext uri="{FF2B5EF4-FFF2-40B4-BE49-F238E27FC236}">
                <a16:creationId xmlns:a16="http://schemas.microsoft.com/office/drawing/2014/main" id="{D31683F1-CC6F-439E-84C1-6851647D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75424" y="5691946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Rectangle 88">
            <a:extLst>
              <a:ext uri="{FF2B5EF4-FFF2-40B4-BE49-F238E27FC236}">
                <a16:creationId xmlns:a16="http://schemas.microsoft.com/office/drawing/2014/main" id="{796B0F35-6B48-4BC5-8BED-69981089F8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1741" y="5728362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3" name="Rectangle 88">
            <a:extLst>
              <a:ext uri="{FF2B5EF4-FFF2-40B4-BE49-F238E27FC236}">
                <a16:creationId xmlns:a16="http://schemas.microsoft.com/office/drawing/2014/main" id="{E627EE85-2B6B-4B8E-BDA6-E8A4457AEA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3399" y="5717345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 err="1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결재자이력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4" name="Text Box 4">
            <a:extLst>
              <a:ext uri="{FF2B5EF4-FFF2-40B4-BE49-F238E27FC236}">
                <a16:creationId xmlns:a16="http://schemas.microsoft.com/office/drawing/2014/main" id="{DD40ECC2-6423-4941-B869-6E623979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" name="Group 144">
            <a:extLst>
              <a:ext uri="{FF2B5EF4-FFF2-40B4-BE49-F238E27FC236}">
                <a16:creationId xmlns:a16="http://schemas.microsoft.com/office/drawing/2014/main" id="{2B5C5BF4-705E-4800-A633-FBF1C7E3C97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E5BB7FCB-F8E2-451E-AFDA-C58E3CBD31C1}"/>
              </a:ext>
            </a:extLst>
          </p:cNvPr>
          <p:cNvGrpSpPr/>
          <p:nvPr/>
        </p:nvGrpSpPr>
        <p:grpSpPr>
          <a:xfrm>
            <a:off x="1500233" y="1642794"/>
            <a:ext cx="8656247" cy="3623667"/>
            <a:chOff x="357232" y="1642793"/>
            <a:chExt cx="8656247" cy="3623667"/>
          </a:xfrm>
        </p:grpSpPr>
        <p:sp>
          <p:nvSpPr>
            <p:cNvPr id="61" name="Rectangle 88">
              <a:extLst>
                <a:ext uri="{FF2B5EF4-FFF2-40B4-BE49-F238E27FC236}">
                  <a16:creationId xmlns:a16="http://schemas.microsoft.com/office/drawing/2014/main" id="{FB1A3371-6E13-4ABC-982A-983511F7300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1932849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62" name="Rectangle 87">
              <a:extLst>
                <a:ext uri="{FF2B5EF4-FFF2-40B4-BE49-F238E27FC236}">
                  <a16:creationId xmlns:a16="http://schemas.microsoft.com/office/drawing/2014/main" id="{E1C8D414-5278-4210-BDFB-CF7003922E2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1950" y="1932849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작업종류</a:t>
              </a:r>
            </a:p>
          </p:txBody>
        </p:sp>
        <p:sp>
          <p:nvSpPr>
            <p:cNvPr id="63" name="Rectangle 88">
              <a:extLst>
                <a:ext uri="{FF2B5EF4-FFF2-40B4-BE49-F238E27FC236}">
                  <a16:creationId xmlns:a16="http://schemas.microsoft.com/office/drawing/2014/main" id="{666D528C-D6B8-46E9-8D45-58C22D78E58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2490238"/>
              <a:ext cx="7605712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kumimoji="1" lang="ko-KR" altLang="en-US" sz="90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충전기</a:t>
              </a:r>
              <a:r>
                <a:rPr kumimoji="1" lang="en-US" altLang="ko-KR" sz="90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#1</a:t>
              </a:r>
              <a:r>
                <a:rPr kumimoji="1" lang="ko-KR" altLang="en-US" sz="90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1" lang="en-US" altLang="ko-KR" sz="90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O-RING</a:t>
              </a:r>
              <a:r>
                <a:rPr kumimoji="1" lang="ko-KR" altLang="en-US" sz="900" b="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점검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64" name="Rectangle 87">
              <a:extLst>
                <a:ext uri="{FF2B5EF4-FFF2-40B4-BE49-F238E27FC236}">
                  <a16:creationId xmlns:a16="http://schemas.microsoft.com/office/drawing/2014/main" id="{8F5DE229-9EDD-49FF-9234-62700447C7F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1000" y="2490238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 err="1">
                  <a:solidFill>
                    <a:schemeClr val="tx1"/>
                  </a:solidFill>
                  <a:ea typeface="굴림" panose="020B0600000101010101" pitchFamily="50" charset="-127"/>
                </a:rPr>
                <a:t>점검명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67" name="Rectangle 88">
              <a:extLst>
                <a:ext uri="{FF2B5EF4-FFF2-40B4-BE49-F238E27FC236}">
                  <a16:creationId xmlns:a16="http://schemas.microsoft.com/office/drawing/2014/main" id="{62B18DAF-C2FF-488F-9C02-D198D4C89B5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49915" y="1920149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7277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68" name="Rectangle 87">
              <a:extLst>
                <a:ext uri="{FF2B5EF4-FFF2-40B4-BE49-F238E27FC236}">
                  <a16:creationId xmlns:a16="http://schemas.microsoft.com/office/drawing/2014/main" id="{C7DE5CC6-019D-4CF5-83D9-0E946C61DD4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3488" y="1921737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작업형태</a:t>
              </a:r>
            </a:p>
          </p:txBody>
        </p:sp>
        <p:sp>
          <p:nvSpPr>
            <p:cNvPr id="69" name="Rectangle 88">
              <a:extLst>
                <a:ext uri="{FF2B5EF4-FFF2-40B4-BE49-F238E27FC236}">
                  <a16:creationId xmlns:a16="http://schemas.microsoft.com/office/drawing/2014/main" id="{3D8953C7-3C7D-42C4-BE97-4B55E698612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3969072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r>
                <a:rPr lang="en-US" altLang="ko-KR" sz="900" b="0">
                  <a:solidFill>
                    <a:schemeClr val="tx1"/>
                  </a:solidFill>
                  <a:ea typeface="굴림" panose="020B0600000101010101" pitchFamily="50" charset="-127"/>
                </a:rPr>
                <a:t>08:00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0" name="Rectangle 87">
              <a:extLst>
                <a:ext uri="{FF2B5EF4-FFF2-40B4-BE49-F238E27FC236}">
                  <a16:creationId xmlns:a16="http://schemas.microsoft.com/office/drawing/2014/main" id="{0AB3DF9B-DBC7-45E5-B539-8DDB167A9E7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1950" y="3970660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측정시간</a:t>
              </a:r>
            </a:p>
          </p:txBody>
        </p:sp>
        <p:sp>
          <p:nvSpPr>
            <p:cNvPr id="71" name="Rectangle 88">
              <a:extLst>
                <a:ext uri="{FF2B5EF4-FFF2-40B4-BE49-F238E27FC236}">
                  <a16:creationId xmlns:a16="http://schemas.microsoft.com/office/drawing/2014/main" id="{3512FC0E-270B-40EE-A525-C2F62E62BB6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55630" y="3675541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/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2" name="Rectangle 87">
              <a:extLst>
                <a:ext uri="{FF2B5EF4-FFF2-40B4-BE49-F238E27FC236}">
                  <a16:creationId xmlns:a16="http://schemas.microsoft.com/office/drawing/2014/main" id="{AEFE1F74-68C7-4935-8113-8FDD39390CF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72063" y="3677129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점검시간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(</a:t>
              </a:r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분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)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3" name="Rectangle 88">
              <a:extLst>
                <a:ext uri="{FF2B5EF4-FFF2-40B4-BE49-F238E27FC236}">
                  <a16:creationId xmlns:a16="http://schemas.microsoft.com/office/drawing/2014/main" id="{1D94C0B1-9600-4F4A-BED3-D0EE417292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93054" y="4552553"/>
              <a:ext cx="7601721" cy="713907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no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4" name="Rectangle 87">
              <a:extLst>
                <a:ext uri="{FF2B5EF4-FFF2-40B4-BE49-F238E27FC236}">
                  <a16:creationId xmlns:a16="http://schemas.microsoft.com/office/drawing/2014/main" id="{D6B8184B-37AF-47B7-8B57-F3E31BF6AA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57232" y="4554141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비고</a:t>
              </a:r>
            </a:p>
          </p:txBody>
        </p:sp>
        <p:sp>
          <p:nvSpPr>
            <p:cNvPr id="75" name="Rectangle 88">
              <a:extLst>
                <a:ext uri="{FF2B5EF4-FFF2-40B4-BE49-F238E27FC236}">
                  <a16:creationId xmlns:a16="http://schemas.microsoft.com/office/drawing/2014/main" id="{21C70B73-CA84-4A02-8585-7ACD128ACE4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1655493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ko-KR" altLang="en-US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예방점검</a:t>
              </a:r>
            </a:p>
          </p:txBody>
        </p:sp>
        <p:sp>
          <p:nvSpPr>
            <p:cNvPr id="76" name="Rectangle 87">
              <a:extLst>
                <a:ext uri="{FF2B5EF4-FFF2-40B4-BE49-F238E27FC236}">
                  <a16:creationId xmlns:a16="http://schemas.microsoft.com/office/drawing/2014/main" id="{AD5FD724-B96D-456B-9FC9-4B5E7C8E3FE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72548" y="1655493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점검작업</a:t>
              </a:r>
              <a:r>
                <a:rPr lang="en-US" altLang="ko-KR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#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77" name="Rectangle 88">
              <a:extLst>
                <a:ext uri="{FF2B5EF4-FFF2-40B4-BE49-F238E27FC236}">
                  <a16:creationId xmlns:a16="http://schemas.microsoft.com/office/drawing/2014/main" id="{BB776BBF-336A-492B-93ED-0A154EF7E9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52893" y="1642793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ko-KR" altLang="en-US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작업완료</a:t>
              </a:r>
            </a:p>
          </p:txBody>
        </p:sp>
        <p:sp>
          <p:nvSpPr>
            <p:cNvPr id="78" name="Rectangle 87">
              <a:extLst>
                <a:ext uri="{FF2B5EF4-FFF2-40B4-BE49-F238E27FC236}">
                  <a16:creationId xmlns:a16="http://schemas.microsoft.com/office/drawing/2014/main" id="{87D05032-D965-4481-8840-CEA6BBF05F5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54086" y="1644381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점검작업상태</a:t>
              </a:r>
            </a:p>
          </p:txBody>
        </p:sp>
        <p:sp>
          <p:nvSpPr>
            <p:cNvPr id="79" name="Rectangle 88">
              <a:extLst>
                <a:ext uri="{FF2B5EF4-FFF2-40B4-BE49-F238E27FC236}">
                  <a16:creationId xmlns:a16="http://schemas.microsoft.com/office/drawing/2014/main" id="{D2FEBF7A-78AF-4BA6-B477-0209CFA0E20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2783801"/>
              <a:ext cx="2933700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2019-05-09       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80" name="Rectangle 87">
              <a:extLst>
                <a:ext uri="{FF2B5EF4-FFF2-40B4-BE49-F238E27FC236}">
                  <a16:creationId xmlns:a16="http://schemas.microsoft.com/office/drawing/2014/main" id="{7F25CEF3-3DC9-4ED8-B3E9-F5DB9A38235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9576" y="2785388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점검일자</a:t>
              </a:r>
            </a:p>
          </p:txBody>
        </p:sp>
        <p:sp>
          <p:nvSpPr>
            <p:cNvPr id="81" name="Rectangle 88">
              <a:extLst>
                <a:ext uri="{FF2B5EF4-FFF2-40B4-BE49-F238E27FC236}">
                  <a16:creationId xmlns:a16="http://schemas.microsoft.com/office/drawing/2014/main" id="{DCCE39A2-CDC9-4488-A33D-55850DFEFDF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57129" y="2779038"/>
              <a:ext cx="2933700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87" name="Rectangle 87">
              <a:extLst>
                <a:ext uri="{FF2B5EF4-FFF2-40B4-BE49-F238E27FC236}">
                  <a16:creationId xmlns:a16="http://schemas.microsoft.com/office/drawing/2014/main" id="{B1DDB660-C696-499F-8CE4-ACC362D56B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99689" y="2780626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담당부서</a:t>
              </a:r>
            </a:p>
          </p:txBody>
        </p:sp>
        <p:sp>
          <p:nvSpPr>
            <p:cNvPr id="92" name="Rectangle 87">
              <a:extLst>
                <a:ext uri="{FF2B5EF4-FFF2-40B4-BE49-F238E27FC236}">
                  <a16:creationId xmlns:a16="http://schemas.microsoft.com/office/drawing/2014/main" id="{F9F4EB69-5914-47E2-BB93-E597F7CA161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62192" y="3378804"/>
              <a:ext cx="989012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담당자</a:t>
              </a:r>
            </a:p>
          </p:txBody>
        </p:sp>
        <p:sp>
          <p:nvSpPr>
            <p:cNvPr id="93" name="Rectangle 88">
              <a:extLst>
                <a:ext uri="{FF2B5EF4-FFF2-40B4-BE49-F238E27FC236}">
                  <a16:creationId xmlns:a16="http://schemas.microsoft.com/office/drawing/2014/main" id="{56D7EF4F-AA71-4890-9BBB-B42054CE08D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57189" y="3372454"/>
              <a:ext cx="2933700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2547EE4A-DD72-4CB2-966A-419675E8CC0B}"/>
                </a:ext>
              </a:extLst>
            </p:cNvPr>
            <p:cNvSpPr/>
            <p:nvPr/>
          </p:nvSpPr>
          <p:spPr bwMode="auto">
            <a:xfrm>
              <a:off x="8826592" y="3407379"/>
              <a:ext cx="134937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95" name="Rectangle 88">
              <a:extLst>
                <a:ext uri="{FF2B5EF4-FFF2-40B4-BE49-F238E27FC236}">
                  <a16:creationId xmlns:a16="http://schemas.microsoft.com/office/drawing/2014/main" id="{396D0A17-7B2A-47A0-93FE-C691F840C9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3374041"/>
              <a:ext cx="1583673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2019-05-09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6" name="Rectangle 87">
              <a:extLst>
                <a:ext uri="{FF2B5EF4-FFF2-40B4-BE49-F238E27FC236}">
                  <a16:creationId xmlns:a16="http://schemas.microsoft.com/office/drawing/2014/main" id="{5953FAD0-8895-4B95-9384-44A88A67338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0654" y="3375629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점검시작시간</a:t>
              </a:r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A4748F14-5F52-4F7D-804D-53751EA437A3}"/>
                </a:ext>
              </a:extLst>
            </p:cNvPr>
            <p:cNvSpPr/>
            <p:nvPr/>
          </p:nvSpPr>
          <p:spPr bwMode="auto">
            <a:xfrm>
              <a:off x="2790145" y="3410574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06" name="Rectangle 88">
              <a:extLst>
                <a:ext uri="{FF2B5EF4-FFF2-40B4-BE49-F238E27FC236}">
                  <a16:creationId xmlns:a16="http://schemas.microsoft.com/office/drawing/2014/main" id="{A73BCA87-0654-48FF-A10C-F246D922C5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99775" y="2198317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r>
                <a:rPr lang="ko-KR" altLang="en-US" sz="900" b="0">
                  <a:solidFill>
                    <a:schemeClr val="tx1"/>
                  </a:solidFill>
                  <a:ea typeface="굴림" panose="020B0600000101010101" pitchFamily="50" charset="-127"/>
                </a:rPr>
                <a:t>충전기</a:t>
              </a:r>
              <a:r>
                <a:rPr lang="en-US" altLang="ko-KR" sz="900" b="0">
                  <a:solidFill>
                    <a:schemeClr val="tx1"/>
                  </a:solidFill>
                  <a:ea typeface="굴림" panose="020B0600000101010101" pitchFamily="50" charset="-127"/>
                </a:rPr>
                <a:t>#1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07" name="Rectangle 87">
              <a:extLst>
                <a:ext uri="{FF2B5EF4-FFF2-40B4-BE49-F238E27FC236}">
                  <a16:creationId xmlns:a16="http://schemas.microsoft.com/office/drawing/2014/main" id="{98DCF06A-FF12-4248-ACCE-8B991113E58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72662" y="2198317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설비</a:t>
              </a:r>
            </a:p>
          </p:txBody>
        </p:sp>
        <p:sp>
          <p:nvSpPr>
            <p:cNvPr id="108" name="Rectangle 88">
              <a:extLst>
                <a:ext uri="{FF2B5EF4-FFF2-40B4-BE49-F238E27FC236}">
                  <a16:creationId xmlns:a16="http://schemas.microsoft.com/office/drawing/2014/main" id="{C9F92457-A6FF-4433-AF01-1FFBAB97B32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60627" y="2185617"/>
              <a:ext cx="2933700" cy="2333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ko-KR" altLang="en-US" sz="900" b="0">
                  <a:solidFill>
                    <a:schemeClr val="tx1"/>
                  </a:solidFill>
                  <a:ea typeface="굴림" panose="020B0600000101010101" pitchFamily="50" charset="-127"/>
                </a:rPr>
                <a:t>대전공장</a:t>
              </a:r>
              <a:r>
                <a:rPr lang="en-US" altLang="ko-KR" sz="900" b="0">
                  <a:solidFill>
                    <a:schemeClr val="tx1"/>
                  </a:solidFill>
                  <a:ea typeface="굴림" panose="020B0600000101010101" pitchFamily="50" charset="-127"/>
                </a:rPr>
                <a:t>-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09" name="Rectangle 87">
              <a:extLst>
                <a:ext uri="{FF2B5EF4-FFF2-40B4-BE49-F238E27FC236}">
                  <a16:creationId xmlns:a16="http://schemas.microsoft.com/office/drawing/2014/main" id="{C863E761-0B42-463A-8ECE-3231F1A3F1E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54200" y="2187205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설비위치</a:t>
              </a:r>
            </a:p>
          </p:txBody>
        </p:sp>
        <p:sp>
          <p:nvSpPr>
            <p:cNvPr id="110" name="Rectangle 88">
              <a:extLst>
                <a:ext uri="{FF2B5EF4-FFF2-40B4-BE49-F238E27FC236}">
                  <a16:creationId xmlns:a16="http://schemas.microsoft.com/office/drawing/2014/main" id="{48C2E49F-6578-482F-B394-2F8CE09CF2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32268" y="3368805"/>
              <a:ext cx="129049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13:30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DB6959FB-C47D-437B-8EBC-062E03E154BD}"/>
                </a:ext>
              </a:extLst>
            </p:cNvPr>
            <p:cNvSpPr/>
            <p:nvPr/>
          </p:nvSpPr>
          <p:spPr bwMode="auto">
            <a:xfrm>
              <a:off x="4142892" y="3405338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2" name="Rectangle 88">
              <a:extLst>
                <a:ext uri="{FF2B5EF4-FFF2-40B4-BE49-F238E27FC236}">
                  <a16:creationId xmlns:a16="http://schemas.microsoft.com/office/drawing/2014/main" id="{70C945D9-8E94-4456-BFBB-1B3D0FBFEC9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6037" y="3657553"/>
              <a:ext cx="1583673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2019-05-09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3" name="Rectangle 87">
              <a:extLst>
                <a:ext uri="{FF2B5EF4-FFF2-40B4-BE49-F238E27FC236}">
                  <a16:creationId xmlns:a16="http://schemas.microsoft.com/office/drawing/2014/main" id="{2A6C9F3F-3387-403E-9C05-641CD7BE27E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77628" y="3659141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점검종료시간</a:t>
              </a: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3D1C4333-E4BB-4361-B108-187DF4373E36}"/>
                </a:ext>
              </a:extLst>
            </p:cNvPr>
            <p:cNvSpPr/>
            <p:nvPr/>
          </p:nvSpPr>
          <p:spPr bwMode="auto">
            <a:xfrm>
              <a:off x="2787119" y="3694086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5" name="Rectangle 88">
              <a:extLst>
                <a:ext uri="{FF2B5EF4-FFF2-40B4-BE49-F238E27FC236}">
                  <a16:creationId xmlns:a16="http://schemas.microsoft.com/office/drawing/2014/main" id="{4B0A7CAF-1DA3-4380-98D9-895087E5192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029242" y="3652317"/>
              <a:ext cx="1290495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r>
                <a:rPr lang="en-US" altLang="ko-KR" sz="9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14:30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70A987BC-5AB8-451A-9692-2E3A5B78ECFC}"/>
                </a:ext>
              </a:extLst>
            </p:cNvPr>
            <p:cNvSpPr/>
            <p:nvPr/>
          </p:nvSpPr>
          <p:spPr bwMode="auto">
            <a:xfrm>
              <a:off x="4139866" y="3688850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72EB9C75-775E-44A8-B4CD-38792D81D78D}"/>
                </a:ext>
              </a:extLst>
            </p:cNvPr>
            <p:cNvSpPr/>
            <p:nvPr/>
          </p:nvSpPr>
          <p:spPr bwMode="auto">
            <a:xfrm>
              <a:off x="8832869" y="2822294"/>
              <a:ext cx="134937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20" name="Rectangle 88">
              <a:extLst>
                <a:ext uri="{FF2B5EF4-FFF2-40B4-BE49-F238E27FC236}">
                  <a16:creationId xmlns:a16="http://schemas.microsoft.com/office/drawing/2014/main" id="{6960DE5A-6824-4BFA-A121-8DF5646F270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03004" y="3076637"/>
              <a:ext cx="2933700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1" name="Rectangle 87">
              <a:extLst>
                <a:ext uri="{FF2B5EF4-FFF2-40B4-BE49-F238E27FC236}">
                  <a16:creationId xmlns:a16="http://schemas.microsoft.com/office/drawing/2014/main" id="{6E53626A-7386-4C82-A2F4-5F64DE612C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03517" y="3078224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>
                  <a:solidFill>
                    <a:schemeClr val="tx1"/>
                  </a:solidFill>
                  <a:ea typeface="굴림" panose="020B0600000101010101" pitchFamily="50" charset="-127"/>
                </a:rPr>
                <a:t>작업그룹</a:t>
              </a:r>
            </a:p>
          </p:txBody>
        </p:sp>
        <p:sp>
          <p:nvSpPr>
            <p:cNvPr id="122" name="Rectangle 88">
              <a:extLst>
                <a:ext uri="{FF2B5EF4-FFF2-40B4-BE49-F238E27FC236}">
                  <a16:creationId xmlns:a16="http://schemas.microsoft.com/office/drawing/2014/main" id="{2B285F8F-C032-45AB-97F7-7775BEBB99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79779" y="3071874"/>
              <a:ext cx="2933700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3" name="Rectangle 87">
              <a:extLst>
                <a:ext uri="{FF2B5EF4-FFF2-40B4-BE49-F238E27FC236}">
                  <a16:creationId xmlns:a16="http://schemas.microsoft.com/office/drawing/2014/main" id="{2CE816DF-DDBD-4E52-A14D-FD073E2552A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104409" y="3073462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 dirty="0" err="1">
                  <a:solidFill>
                    <a:schemeClr val="tx1"/>
                  </a:solidFill>
                  <a:ea typeface="굴림" panose="020B0600000101010101" pitchFamily="50" charset="-127"/>
                </a:rPr>
                <a:t>교대조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D4BC258C-F04B-4D3D-9B03-1373D52C5D39}"/>
                </a:ext>
              </a:extLst>
            </p:cNvPr>
            <p:cNvSpPr/>
            <p:nvPr/>
          </p:nvSpPr>
          <p:spPr bwMode="auto">
            <a:xfrm>
              <a:off x="8828624" y="3115130"/>
              <a:ext cx="134937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DB6959FB-C47D-437B-8EBC-062E03E154BD}"/>
                </a:ext>
              </a:extLst>
            </p:cNvPr>
            <p:cNvSpPr/>
            <p:nvPr/>
          </p:nvSpPr>
          <p:spPr bwMode="auto">
            <a:xfrm>
              <a:off x="4160822" y="3107670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DB6959FB-C47D-437B-8EBC-062E03E154BD}"/>
                </a:ext>
              </a:extLst>
            </p:cNvPr>
            <p:cNvSpPr/>
            <p:nvPr/>
          </p:nvSpPr>
          <p:spPr bwMode="auto">
            <a:xfrm>
              <a:off x="4160822" y="2821918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89" name="Rectangle 87">
              <a:extLst>
                <a:ext uri="{FF2B5EF4-FFF2-40B4-BE49-F238E27FC236}">
                  <a16:creationId xmlns:a16="http://schemas.microsoft.com/office/drawing/2014/main" id="{A64C6F8E-089D-4116-BE57-AA152C3325F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62192" y="3950870"/>
              <a:ext cx="989012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>
                  <a:solidFill>
                    <a:schemeClr val="tx1"/>
                  </a:solidFill>
                  <a:ea typeface="굴림" panose="020B0600000101010101" pitchFamily="50" charset="-127"/>
                </a:rPr>
                <a:t>설비번호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0" name="Rectangle 88">
              <a:extLst>
                <a:ext uri="{FF2B5EF4-FFF2-40B4-BE49-F238E27FC236}">
                  <a16:creationId xmlns:a16="http://schemas.microsoft.com/office/drawing/2014/main" id="{AD7F66A6-45C1-4D06-B2D8-9D92A0F91F6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57189" y="3944520"/>
              <a:ext cx="2933700" cy="2333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r>
                <a:rPr lang="en-US" altLang="ko-KR" sz="900" b="0">
                  <a:solidFill>
                    <a:schemeClr val="tx1"/>
                  </a:solidFill>
                  <a:ea typeface="굴림" panose="020B0600000101010101" pitchFamily="50" charset="-127"/>
                </a:rPr>
                <a:t>12654</a:t>
              </a:r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98" name="Rectangle 88">
              <a:extLst>
                <a:ext uri="{FF2B5EF4-FFF2-40B4-BE49-F238E27FC236}">
                  <a16:creationId xmlns:a16="http://schemas.microsoft.com/office/drawing/2014/main" id="{876EA13C-645B-4920-9AB6-1BB457F5F83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89063" y="4254627"/>
              <a:ext cx="2933700" cy="233363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05" name="Rectangle 87">
              <a:extLst>
                <a:ext uri="{FF2B5EF4-FFF2-40B4-BE49-F238E27FC236}">
                  <a16:creationId xmlns:a16="http://schemas.microsoft.com/office/drawing/2014/main" id="{4887CE8C-8A12-4B10-BFE6-C0A8C72BD35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61950" y="4256215"/>
              <a:ext cx="990600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>
                  <a:solidFill>
                    <a:schemeClr val="tx1"/>
                  </a:solidFill>
                  <a:ea typeface="굴림" panose="020B0600000101010101" pitchFamily="50" charset="-127"/>
                </a:rPr>
                <a:t>거래처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7" name="Rectangle 87">
              <a:extLst>
                <a:ext uri="{FF2B5EF4-FFF2-40B4-BE49-F238E27FC236}">
                  <a16:creationId xmlns:a16="http://schemas.microsoft.com/office/drawing/2014/main" id="{0D96812A-9F08-462B-B353-4C8FC89AB93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62192" y="4236425"/>
              <a:ext cx="989012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pPr algn="r"/>
              <a:r>
                <a:rPr lang="ko-KR" altLang="en-US" sz="800" b="0">
                  <a:solidFill>
                    <a:schemeClr val="tx1"/>
                  </a:solidFill>
                  <a:ea typeface="굴림" panose="020B0600000101010101" pitchFamily="50" charset="-127"/>
                </a:rPr>
                <a:t>공장</a:t>
              </a:r>
              <a:endPara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19" name="Rectangle 88">
              <a:extLst>
                <a:ext uri="{FF2B5EF4-FFF2-40B4-BE49-F238E27FC236}">
                  <a16:creationId xmlns:a16="http://schemas.microsoft.com/office/drawing/2014/main" id="{54B675F4-E078-4673-9DE3-BD0F60E2844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57189" y="4230075"/>
              <a:ext cx="2933700" cy="233362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1pPr>
              <a:lvl2pPr marL="742950" indent="-28575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2pPr>
              <a:lvl3pPr marL="11430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3pPr>
              <a:lvl4pPr marL="16002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4pPr>
              <a:lvl5pPr marL="2057400" indent="-228600"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buClr>
                  <a:srgbClr val="0099CC"/>
                </a:buClr>
                <a:buFont typeface="Webdings" panose="05030102010509060703" pitchFamily="18" charset="2"/>
                <a:defRPr sz="1400" b="1">
                  <a:solidFill>
                    <a:schemeClr val="bg1"/>
                  </a:solidFill>
                  <a:latin typeface="Arial" panose="020B0604020202020204" pitchFamily="34" charset="0"/>
                  <a:ea typeface="Arial Unicode MS" pitchFamily="50" charset="-127"/>
                </a:defRPr>
              </a:lvl9pPr>
            </a:lstStyle>
            <a:p>
              <a:endPara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2B715976-F123-4AF2-BDDB-CBC277A4F7A6}"/>
                </a:ext>
              </a:extLst>
            </p:cNvPr>
            <p:cNvSpPr/>
            <p:nvPr/>
          </p:nvSpPr>
          <p:spPr bwMode="auto">
            <a:xfrm>
              <a:off x="8826592" y="4265000"/>
              <a:ext cx="134937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1F2D4259-8585-4D0A-B3B4-26A143999A85}"/>
                </a:ext>
              </a:extLst>
            </p:cNvPr>
            <p:cNvSpPr/>
            <p:nvPr/>
          </p:nvSpPr>
          <p:spPr bwMode="auto">
            <a:xfrm>
              <a:off x="4139866" y="4289741"/>
              <a:ext cx="134938" cy="155575"/>
            </a:xfrm>
            <a:prstGeom prst="ellipse">
              <a:avLst/>
            </a:prstGeom>
            <a:noFill/>
            <a:ln w="1587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0000" tIns="46800" rIns="90000" bIns="46800" anchor="ctr" anchorCtr="1"/>
            <a:lstStyle/>
            <a:p>
              <a:pPr>
                <a:defRPr/>
              </a:pPr>
              <a:endParaRPr lang="ko-KR" altLang="en-US" sz="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4324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graphicFrame>
        <p:nvGraphicFramePr>
          <p:cNvPr id="4" name="Group 90">
            <a:extLst>
              <a:ext uri="{FF2B5EF4-FFF2-40B4-BE49-F238E27FC236}">
                <a16:creationId xmlns:a16="http://schemas.microsoft.com/office/drawing/2014/main" id="{1D723121-87DE-4FFB-9A63-58479F9D3198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1546263"/>
          <a:ext cx="9145016" cy="1545336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567338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승인요청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정기점검실행 승인요청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70743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확정된 데이타 취소</a:t>
                      </a:r>
                      <a:b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확정취소시 이상점검 데이타중에서 조치 작업요청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 작업계획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 작업결과 데이타가 하나라도 있으면 취소 불가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53048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 확정 처리</a:t>
                      </a:r>
                      <a:b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점검작업확정시 점검항목이 없어도 확정은 가능하게 통일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점검항목이 존재하는 경우 정상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이상으로 판정이 완료되었을때 확정 가능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6873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 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47603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Grid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컬럼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</a:tbl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33312763-205F-4E98-938D-D696AA0A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13586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659A8F4-4DB7-426F-BE46-D4D4F7FD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144">
            <a:extLst>
              <a:ext uri="{FF2B5EF4-FFF2-40B4-BE49-F238E27FC236}">
                <a16:creationId xmlns:a16="http://schemas.microsoft.com/office/drawing/2014/main" id="{DCE564FA-0B0D-4FCD-AEF0-241CEE519117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Group 90">
            <a:extLst>
              <a:ext uri="{FF2B5EF4-FFF2-40B4-BE49-F238E27FC236}">
                <a16:creationId xmlns:a16="http://schemas.microsoft.com/office/drawing/2014/main" id="{643268D1-A259-44F5-91EC-B27FEC273840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3773408"/>
          <a:ext cx="9073008" cy="80772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6825510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결재자이력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19155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첨부문서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394020"/>
                  </a:ext>
                </a:extLst>
              </a:tr>
            </a:tbl>
          </a:graphicData>
        </a:graphic>
      </p:graphicFrame>
      <p:sp>
        <p:nvSpPr>
          <p:cNvPr id="12" name="Rectangle 8">
            <a:extLst>
              <a:ext uri="{FF2B5EF4-FFF2-40B4-BE49-F238E27FC236}">
                <a16:creationId xmlns:a16="http://schemas.microsoft.com/office/drawing/2014/main" id="{E3D50227-FC11-4146-8613-6FE33B7E8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3494054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●Tab</a:t>
            </a:r>
          </a:p>
        </p:txBody>
      </p:sp>
    </p:spTree>
    <p:extLst>
      <p:ext uri="{BB962C8B-B14F-4D97-AF65-F5344CB8AC3E}">
        <p14:creationId xmlns:p14="http://schemas.microsoft.com/office/powerpoint/2010/main" val="633935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graphicFrame>
        <p:nvGraphicFramePr>
          <p:cNvPr id="6" name="Group 90">
            <a:extLst>
              <a:ext uri="{FF2B5EF4-FFF2-40B4-BE49-F238E27FC236}">
                <a16:creationId xmlns:a16="http://schemas.microsoft.com/office/drawing/2014/main" id="{AC4E7F8E-FB11-4124-B5EC-A92963B59E74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1556308"/>
          <a:ext cx="8978990" cy="4495800"/>
        </p:xfrm>
        <a:graphic>
          <a:graphicData uri="http://schemas.openxmlformats.org/drawingml/2006/table">
            <a:tbl>
              <a:tblPr/>
              <a:tblGrid>
                <a:gridCol w="343048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235393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38449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51168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746442">
                  <a:extLst>
                    <a:ext uri="{9D8B030D-6E8A-4147-A177-3AD203B41FA5}">
                      <a16:colId xmlns:a16="http://schemas.microsoft.com/office/drawing/2014/main" val="3811272265"/>
                    </a:ext>
                  </a:extLst>
                </a:gridCol>
                <a:gridCol w="971868">
                  <a:extLst>
                    <a:ext uri="{9D8B030D-6E8A-4147-A177-3AD203B41FA5}">
                      <a16:colId xmlns:a16="http://schemas.microsoft.com/office/drawing/2014/main" val="2523154346"/>
                    </a:ext>
                  </a:extLst>
                </a:gridCol>
                <a:gridCol w="1384618">
                  <a:extLst>
                    <a:ext uri="{9D8B030D-6E8A-4147-A177-3AD203B41FA5}">
                      <a16:colId xmlns:a16="http://schemas.microsoft.com/office/drawing/2014/main" val="3862252644"/>
                    </a:ext>
                  </a:extLst>
                </a:gridCol>
                <a:gridCol w="586122">
                  <a:extLst>
                    <a:ext uri="{9D8B030D-6E8A-4147-A177-3AD203B41FA5}">
                      <a16:colId xmlns:a16="http://schemas.microsoft.com/office/drawing/2014/main" val="2182767425"/>
                    </a:ext>
                  </a:extLst>
                </a:gridCol>
                <a:gridCol w="1571866">
                  <a:extLst>
                    <a:ext uri="{9D8B030D-6E8A-4147-A177-3AD203B41FA5}">
                      <a16:colId xmlns:a16="http://schemas.microsoft.com/office/drawing/2014/main" val="1301795413"/>
                    </a:ext>
                  </a:extLst>
                </a:gridCol>
              </a:tblGrid>
              <a:tr h="17842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PMINSLIST_ID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23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79822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WO_TYPE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39445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3299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EQUP_ID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0064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TAEQLOC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FULL_DESC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354383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일자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00758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부서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21844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작업그룹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WKCTR_ID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378686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교대조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SHIFT_TYPE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35386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사원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923419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일자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START_DATE,START_TIME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3998110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일자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시간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END_DATE,END_TIME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110769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WORK_TIME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004470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MEASURE_TIME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5114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ITEM_NO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45866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거래처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VENDOR_ID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13338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공장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83530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914813"/>
                  </a:ext>
                </a:extLst>
              </a:tr>
            </a:tbl>
          </a:graphicData>
        </a:graphic>
      </p:graphicFrame>
      <p:sp>
        <p:nvSpPr>
          <p:cNvPr id="7" name="Rectangle 8">
            <a:extLst>
              <a:ext uri="{FF2B5EF4-FFF2-40B4-BE49-F238E27FC236}">
                <a16:creationId xmlns:a16="http://schemas.microsoft.com/office/drawing/2014/main" id="{0AFF96E6-0A03-4A1C-A9CD-F020EB37B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659A8F4-4DB7-426F-BE46-D4D4F7FD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144">
            <a:extLst>
              <a:ext uri="{FF2B5EF4-FFF2-40B4-BE49-F238E27FC236}">
                <a16:creationId xmlns:a16="http://schemas.microsoft.com/office/drawing/2014/main" id="{DCE564FA-0B0D-4FCD-AEF0-241CEE519117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98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6674C92E-E0AC-4313-983A-48CC6090DFBD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workPmiPointDetail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2019.05.14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정기점검계획을 확인하고 일정을 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DD40ECC2-6423-4941-B869-6E623979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9" name="Picture 51">
            <a:extLst>
              <a:ext uri="{FF2B5EF4-FFF2-40B4-BE49-F238E27FC236}">
                <a16:creationId xmlns:a16="http://schemas.microsoft.com/office/drawing/2014/main" id="{D31683F1-CC6F-439E-84C1-6851647D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75424" y="1448737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Rectangle 88">
            <a:extLst>
              <a:ext uri="{FF2B5EF4-FFF2-40B4-BE49-F238E27FC236}">
                <a16:creationId xmlns:a16="http://schemas.microsoft.com/office/drawing/2014/main" id="{796B0F35-6B48-4BC5-8BED-69981089F8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1741" y="1485153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01" name="Rectangle 88">
            <a:extLst>
              <a:ext uri="{FF2B5EF4-FFF2-40B4-BE49-F238E27FC236}">
                <a16:creationId xmlns:a16="http://schemas.microsoft.com/office/drawing/2014/main" id="{E627EE85-2B6B-4B8E-BDA6-E8A4457AEA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3399" y="1474136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점검항목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graphicFrame>
        <p:nvGraphicFramePr>
          <p:cNvPr id="59" name="Group 90">
            <a:extLst>
              <a:ext uri="{FF2B5EF4-FFF2-40B4-BE49-F238E27FC236}">
                <a16:creationId xmlns:a16="http://schemas.microsoft.com/office/drawing/2014/main" id="{69DAD819-8F43-4FDE-9CBA-4E3361CD1876}"/>
              </a:ext>
            </a:extLst>
          </p:cNvPr>
          <p:cNvGraphicFramePr>
            <a:graphicFrameLocks noGrp="1"/>
          </p:cNvGraphicFramePr>
          <p:nvPr/>
        </p:nvGraphicFramePr>
        <p:xfrm>
          <a:off x="1804654" y="1835897"/>
          <a:ext cx="8790806" cy="6400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25621077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16011661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74861176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714002677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055558440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531124515"/>
                    </a:ext>
                  </a:extLst>
                </a:gridCol>
                <a:gridCol w="873443">
                  <a:extLst>
                    <a:ext uri="{9D8B030D-6E8A-4147-A177-3AD203B41FA5}">
                      <a16:colId xmlns:a16="http://schemas.microsoft.com/office/drawing/2014/main" val="101256156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614448754"/>
                    </a:ext>
                  </a:extLst>
                </a:gridCol>
                <a:gridCol w="524193">
                  <a:extLst>
                    <a:ext uri="{9D8B030D-6E8A-4147-A177-3AD203B41FA5}">
                      <a16:colId xmlns:a16="http://schemas.microsoft.com/office/drawing/2014/main" val="4192831316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1660822285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3315930712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3842116592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3649127659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488978472"/>
                    </a:ext>
                  </a:extLst>
                </a:gridCol>
                <a:gridCol w="874255">
                  <a:extLst>
                    <a:ext uri="{9D8B030D-6E8A-4147-A177-3AD203B41FA5}">
                      <a16:colId xmlns:a16="http://schemas.microsoft.com/office/drawing/2014/main" val="3571012456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점검순서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점검부위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점검방법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적정기준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판정구분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점검값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검사세부내용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38049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진동상태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육안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없을것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21069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58862"/>
                  </a:ext>
                </a:extLst>
              </a:tr>
            </a:tbl>
          </a:graphicData>
        </a:graphic>
      </p:graphicFrame>
      <p:sp>
        <p:nvSpPr>
          <p:cNvPr id="82" name="Rectangle 88">
            <a:extLst>
              <a:ext uri="{FF2B5EF4-FFF2-40B4-BE49-F238E27FC236}">
                <a16:creationId xmlns:a16="http://schemas.microsoft.com/office/drawing/2014/main" id="{701559C3-17DA-48D6-A033-7EA3F42B9F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6109" y="1505214"/>
            <a:ext cx="3571875" cy="2330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상세보기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Excel, Setting, Edit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pic>
        <p:nvPicPr>
          <p:cNvPr id="83" name="Picture 51">
            <a:extLst>
              <a:ext uri="{FF2B5EF4-FFF2-40B4-BE49-F238E27FC236}">
                <a16:creationId xmlns:a16="http://schemas.microsoft.com/office/drawing/2014/main" id="{4476A590-BD96-462B-B3D2-70F5EA4C7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94880" y="2528881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Rectangle 88">
            <a:extLst>
              <a:ext uri="{FF2B5EF4-FFF2-40B4-BE49-F238E27FC236}">
                <a16:creationId xmlns:a16="http://schemas.microsoft.com/office/drawing/2014/main" id="{BFF483B3-E1EC-410D-8A81-F096E0E3DE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61197" y="2565297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5" name="Rectangle 88">
            <a:extLst>
              <a:ext uri="{FF2B5EF4-FFF2-40B4-BE49-F238E27FC236}">
                <a16:creationId xmlns:a16="http://schemas.microsoft.com/office/drawing/2014/main" id="{4ACE0F21-DE5B-4CF0-86F9-399D2DBB7C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5165" y="2564008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점검항목</a:t>
            </a:r>
            <a:r>
              <a:rPr lang="en-US" altLang="ko-KR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(12)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8" name="Rectangle 88">
            <a:extLst>
              <a:ext uri="{FF2B5EF4-FFF2-40B4-BE49-F238E27FC236}">
                <a16:creationId xmlns:a16="http://schemas.microsoft.com/office/drawing/2014/main" id="{C3161C4B-9D17-4A8D-84F2-4B9489DDA6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25565" y="2585358"/>
            <a:ext cx="3571875" cy="2330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저장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FCEFDD2-6B37-4FC9-BEE7-08934A2B78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2172" y="3178035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0" name="Rectangle 87">
            <a:extLst>
              <a:ext uri="{FF2B5EF4-FFF2-40B4-BE49-F238E27FC236}">
                <a16:creationId xmlns:a16="http://schemas.microsoft.com/office/drawing/2014/main" id="{060A0433-1286-4A8A-8B2C-046DFBC5B0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55059" y="3178035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점검부위</a:t>
            </a:r>
          </a:p>
        </p:txBody>
      </p:sp>
      <p:sp>
        <p:nvSpPr>
          <p:cNvPr id="130" name="Rectangle 88">
            <a:extLst>
              <a:ext uri="{FF2B5EF4-FFF2-40B4-BE49-F238E27FC236}">
                <a16:creationId xmlns:a16="http://schemas.microsoft.com/office/drawing/2014/main" id="{4470ACCD-27ED-468A-9524-C9B074B852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6164" y="5144443"/>
            <a:ext cx="7601721" cy="52357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31" name="Rectangle 87">
            <a:extLst>
              <a:ext uri="{FF2B5EF4-FFF2-40B4-BE49-F238E27FC236}">
                <a16:creationId xmlns:a16="http://schemas.microsoft.com/office/drawing/2014/main" id="{FE8A890D-5EE3-41B8-9BA9-CE092AEE1F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50341" y="5154129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검사세부내용</a:t>
            </a:r>
          </a:p>
        </p:txBody>
      </p:sp>
      <p:sp>
        <p:nvSpPr>
          <p:cNvPr id="132" name="Rectangle 88">
            <a:extLst>
              <a:ext uri="{FF2B5EF4-FFF2-40B4-BE49-F238E27FC236}">
                <a16:creationId xmlns:a16="http://schemas.microsoft.com/office/drawing/2014/main" id="{D89C28A0-1179-451E-9B55-4498B68EF0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2172" y="2900679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예방점검</a:t>
            </a:r>
          </a:p>
        </p:txBody>
      </p:sp>
      <p:sp>
        <p:nvSpPr>
          <p:cNvPr id="133" name="Rectangle 87">
            <a:extLst>
              <a:ext uri="{FF2B5EF4-FFF2-40B4-BE49-F238E27FC236}">
                <a16:creationId xmlns:a16="http://schemas.microsoft.com/office/drawing/2014/main" id="{AD54A4F6-6D3F-4E99-AF33-F3CBA166CB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657" y="2900679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점검순서</a:t>
            </a:r>
          </a:p>
        </p:txBody>
      </p:sp>
      <p:sp>
        <p:nvSpPr>
          <p:cNvPr id="134" name="Rectangle 88">
            <a:extLst>
              <a:ext uri="{FF2B5EF4-FFF2-40B4-BE49-F238E27FC236}">
                <a16:creationId xmlns:a16="http://schemas.microsoft.com/office/drawing/2014/main" id="{C667EFAA-F533-46CB-900E-DB87C6CE8C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5417" y="2887978"/>
            <a:ext cx="2933700" cy="163089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35" name="Rectangle 87">
            <a:extLst>
              <a:ext uri="{FF2B5EF4-FFF2-40B4-BE49-F238E27FC236}">
                <a16:creationId xmlns:a16="http://schemas.microsoft.com/office/drawing/2014/main" id="{D3590A36-0D02-4B2B-9988-E60D5E2034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96610" y="2889567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점검사진</a:t>
            </a:r>
          </a:p>
        </p:txBody>
      </p:sp>
      <p:sp>
        <p:nvSpPr>
          <p:cNvPr id="143" name="Rectangle 88">
            <a:extLst>
              <a:ext uri="{FF2B5EF4-FFF2-40B4-BE49-F238E27FC236}">
                <a16:creationId xmlns:a16="http://schemas.microsoft.com/office/drawing/2014/main" id="{DDA8470D-4C88-49BF-B728-BD7FBDD2CA3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2172" y="4856944"/>
            <a:ext cx="2930674" cy="2333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정상</a:t>
            </a:r>
          </a:p>
        </p:txBody>
      </p:sp>
      <p:sp>
        <p:nvSpPr>
          <p:cNvPr id="144" name="Rectangle 87">
            <a:extLst>
              <a:ext uri="{FF2B5EF4-FFF2-40B4-BE49-F238E27FC236}">
                <a16:creationId xmlns:a16="http://schemas.microsoft.com/office/drawing/2014/main" id="{DD6134E0-DFD8-4FE7-9D6B-C7C26548FD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3763" y="4858532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점검결과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21A81A90-5993-43CB-9EB1-426D72EEF7BA}"/>
              </a:ext>
            </a:extLst>
          </p:cNvPr>
          <p:cNvSpPr/>
          <p:nvPr/>
        </p:nvSpPr>
        <p:spPr bwMode="auto">
          <a:xfrm>
            <a:off x="5645940" y="4893477"/>
            <a:ext cx="134938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46" name="Rectangle 88">
            <a:extLst>
              <a:ext uri="{FF2B5EF4-FFF2-40B4-BE49-F238E27FC236}">
                <a16:creationId xmlns:a16="http://schemas.microsoft.com/office/drawing/2014/main" id="{5156C00B-A7CD-44A4-9B1B-0E54EBEBB1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884" y="3443503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47" name="Rectangle 87">
            <a:extLst>
              <a:ext uri="{FF2B5EF4-FFF2-40B4-BE49-F238E27FC236}">
                <a16:creationId xmlns:a16="http://schemas.microsoft.com/office/drawing/2014/main" id="{856134C0-24C0-4960-9BBB-57C83203A4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771" y="3443503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점검항목</a:t>
            </a: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43BE7AA7-6601-462E-8381-2722D12438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549" y="4002580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66" name="Rectangle 87">
            <a:extLst>
              <a:ext uri="{FF2B5EF4-FFF2-40B4-BE49-F238E27FC236}">
                <a16:creationId xmlns:a16="http://schemas.microsoft.com/office/drawing/2014/main" id="{3D503689-632B-421A-9E1B-D196E4A557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436" y="4002580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적정기준</a:t>
            </a:r>
          </a:p>
        </p:txBody>
      </p:sp>
      <p:sp>
        <p:nvSpPr>
          <p:cNvPr id="167" name="Rectangle 88">
            <a:extLst>
              <a:ext uri="{FF2B5EF4-FFF2-40B4-BE49-F238E27FC236}">
                <a16:creationId xmlns:a16="http://schemas.microsoft.com/office/drawing/2014/main" id="{28771542-F9F9-47EF-8D66-2C07B7F9D3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549" y="3725224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예방점검</a:t>
            </a:r>
          </a:p>
        </p:txBody>
      </p:sp>
      <p:sp>
        <p:nvSpPr>
          <p:cNvPr id="168" name="Rectangle 87">
            <a:extLst>
              <a:ext uri="{FF2B5EF4-FFF2-40B4-BE49-F238E27FC236}">
                <a16:creationId xmlns:a16="http://schemas.microsoft.com/office/drawing/2014/main" id="{7F230867-00FE-427E-A19A-B5AFD4665E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6034" y="3725224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점검방법</a:t>
            </a: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7EFB2D3B-6622-49FC-B7B9-F2B78DDBB4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3533" y="4268048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ko-KR" altLang="en-US" sz="900" b="0">
                <a:solidFill>
                  <a:schemeClr val="tx1"/>
                </a:solidFill>
                <a:ea typeface="굴림" panose="020B0600000101010101" pitchFamily="50" charset="-127"/>
              </a:rPr>
              <a:t>판정값</a:t>
            </a:r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70" name="Rectangle 87">
            <a:extLst>
              <a:ext uri="{FF2B5EF4-FFF2-40B4-BE49-F238E27FC236}">
                <a16:creationId xmlns:a16="http://schemas.microsoft.com/office/drawing/2014/main" id="{BE54DC76-9E50-4F09-B033-D314864AA0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6420" y="4268048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수치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/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판정구분</a:t>
            </a: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5A7E15AC-81DE-45C5-ABEC-C9D24AB6A3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549" y="4556746"/>
            <a:ext cx="7209979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74" name="Rectangle 87">
            <a:extLst>
              <a:ext uri="{FF2B5EF4-FFF2-40B4-BE49-F238E27FC236}">
                <a16:creationId xmlns:a16="http://schemas.microsoft.com/office/drawing/2014/main" id="{997A976E-AD03-4CC4-851C-D52051AEEC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436" y="4556746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비고</a:t>
            </a:r>
          </a:p>
        </p:txBody>
      </p:sp>
      <p:sp>
        <p:nvSpPr>
          <p:cNvPr id="175" name="Text Box 4">
            <a:extLst>
              <a:ext uri="{FF2B5EF4-FFF2-40B4-BE49-F238E27FC236}">
                <a16:creationId xmlns:a16="http://schemas.microsoft.com/office/drawing/2014/main" id="{026E2D76-BBB3-44D6-9A3E-3B2180CA3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317" y="3490772"/>
            <a:ext cx="2930674" cy="60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수치</a:t>
            </a:r>
            <a:r>
              <a:rPr kumimoji="1" lang="en-US" altLang="ko-KR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/</a:t>
            </a:r>
            <a:r>
              <a:rPr kumimoji="1"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판정구분이 </a:t>
            </a:r>
            <a:r>
              <a:rPr kumimoji="1" lang="ko-KR" altLang="en-US" sz="12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판정값일</a:t>
            </a:r>
            <a:r>
              <a:rPr kumimoji="1"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경우</a:t>
            </a:r>
            <a:endParaRPr lang="en-US" altLang="ko-KR" sz="12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en-US" altLang="ko-KR" sz="12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530D094-AED0-4BAE-BC70-071CA4AE5D50}"/>
              </a:ext>
            </a:extLst>
          </p:cNvPr>
          <p:cNvCxnSpPr/>
          <p:nvPr/>
        </p:nvCxnSpPr>
        <p:spPr bwMode="auto">
          <a:xfrm>
            <a:off x="5780878" y="2168833"/>
            <a:ext cx="415732" cy="1321939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" name="Picture 51">
            <a:extLst>
              <a:ext uri="{FF2B5EF4-FFF2-40B4-BE49-F238E27FC236}">
                <a16:creationId xmlns:a16="http://schemas.microsoft.com/office/drawing/2014/main" id="{97D439D6-F45E-4CE9-A2DC-1DFA0B9F9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351585" y="6127124"/>
            <a:ext cx="817150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8">
            <a:extLst>
              <a:ext uri="{FF2B5EF4-FFF2-40B4-BE49-F238E27FC236}">
                <a16:creationId xmlns:a16="http://schemas.microsoft.com/office/drawing/2014/main" id="{525B3AD7-9177-43ED-A866-B74E6A7C23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17901" y="6163540"/>
            <a:ext cx="2726572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6" name="Rectangle 88">
            <a:extLst>
              <a:ext uri="{FF2B5EF4-FFF2-40B4-BE49-F238E27FC236}">
                <a16:creationId xmlns:a16="http://schemas.microsoft.com/office/drawing/2014/main" id="{B608C711-9429-4395-9045-82D220A2682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59559" y="6152523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첨부문서</a:t>
            </a:r>
          </a:p>
        </p:txBody>
      </p:sp>
      <p:pic>
        <p:nvPicPr>
          <p:cNvPr id="53" name="Picture 51">
            <a:extLst>
              <a:ext uri="{FF2B5EF4-FFF2-40B4-BE49-F238E27FC236}">
                <a16:creationId xmlns:a16="http://schemas.microsoft.com/office/drawing/2014/main" id="{3FAF1284-64AD-4D69-B0D5-0FFE793C0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351585" y="5805265"/>
            <a:ext cx="817150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88">
            <a:extLst>
              <a:ext uri="{FF2B5EF4-FFF2-40B4-BE49-F238E27FC236}">
                <a16:creationId xmlns:a16="http://schemas.microsoft.com/office/drawing/2014/main" id="{0E715D2A-162C-4DA0-8822-2AFD09533F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17901" y="5841681"/>
            <a:ext cx="2726572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55" name="Rectangle 88">
            <a:extLst>
              <a:ext uri="{FF2B5EF4-FFF2-40B4-BE49-F238E27FC236}">
                <a16:creationId xmlns:a16="http://schemas.microsoft.com/office/drawing/2014/main" id="{5A0D7209-6CE5-4058-AFE8-08C5F2F4DAA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59559" y="5830664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점검결과사진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625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graphicFrame>
        <p:nvGraphicFramePr>
          <p:cNvPr id="4" name="Group 90">
            <a:extLst>
              <a:ext uri="{FF2B5EF4-FFF2-40B4-BE49-F238E27FC236}">
                <a16:creationId xmlns:a16="http://schemas.microsoft.com/office/drawing/2014/main" id="{1D723121-87DE-4FFB-9A63-58479F9D3198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1546263"/>
          <a:ext cx="9145016" cy="140208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567338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70743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확정된 데이타 취소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53048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Grid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컬럼 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6873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Edit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점검값 수정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47603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Edit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상태에서 표시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점검값 저장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331535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Edit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상태에서 표시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Edit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취소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298098"/>
                  </a:ext>
                </a:extLst>
              </a:tr>
            </a:tbl>
          </a:graphicData>
        </a:graphic>
      </p:graphicFrame>
      <p:sp>
        <p:nvSpPr>
          <p:cNvPr id="5" name="Rectangle 8">
            <a:extLst>
              <a:ext uri="{FF2B5EF4-FFF2-40B4-BE49-F238E27FC236}">
                <a16:creationId xmlns:a16="http://schemas.microsoft.com/office/drawing/2014/main" id="{33312763-205F-4E98-938D-D696AA0AB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13586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659A8F4-4DB7-426F-BE46-D4D4F7FD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144">
            <a:extLst>
              <a:ext uri="{FF2B5EF4-FFF2-40B4-BE49-F238E27FC236}">
                <a16:creationId xmlns:a16="http://schemas.microsoft.com/office/drawing/2014/main" id="{DCE564FA-0B0D-4FCD-AEF0-241CEE519117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Group 90">
            <a:extLst>
              <a:ext uri="{FF2B5EF4-FFF2-40B4-BE49-F238E27FC236}">
                <a16:creationId xmlns:a16="http://schemas.microsoft.com/office/drawing/2014/main" id="{643268D1-A259-44F5-91EC-B27FEC273840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3708355"/>
          <a:ext cx="9145016" cy="60960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6897518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점검결과사진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634718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첨부문서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</a:tbl>
          </a:graphicData>
        </a:graphic>
      </p:graphicFrame>
      <p:sp>
        <p:nvSpPr>
          <p:cNvPr id="12" name="Rectangle 8">
            <a:extLst>
              <a:ext uri="{FF2B5EF4-FFF2-40B4-BE49-F238E27FC236}">
                <a16:creationId xmlns:a16="http://schemas.microsoft.com/office/drawing/2014/main" id="{E3D50227-FC11-4146-8613-6FE33B7E8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3429001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●Tab</a:t>
            </a:r>
          </a:p>
        </p:txBody>
      </p:sp>
    </p:spTree>
    <p:extLst>
      <p:ext uri="{BB962C8B-B14F-4D97-AF65-F5344CB8AC3E}">
        <p14:creationId xmlns:p14="http://schemas.microsoft.com/office/powerpoint/2010/main" val="2053906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659A8F4-4DB7-426F-BE46-D4D4F7FD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144">
            <a:extLst>
              <a:ext uri="{FF2B5EF4-FFF2-40B4-BE49-F238E27FC236}">
                <a16:creationId xmlns:a16="http://schemas.microsoft.com/office/drawing/2014/main" id="{DCE564FA-0B0D-4FCD-AEF0-241CEE519117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Group 90">
            <a:extLst>
              <a:ext uri="{FF2B5EF4-FFF2-40B4-BE49-F238E27FC236}">
                <a16:creationId xmlns:a16="http://schemas.microsoft.com/office/drawing/2014/main" id="{0D9B9E62-6077-4876-A219-31DDA5A91F42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1696499"/>
          <a:ext cx="9411716" cy="318516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360805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98843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1222693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275682255"/>
                    </a:ext>
                  </a:extLst>
                </a:gridCol>
                <a:gridCol w="3154742">
                  <a:extLst>
                    <a:ext uri="{9D8B030D-6E8A-4147-A177-3AD203B41FA5}">
                      <a16:colId xmlns:a16="http://schemas.microsoft.com/office/drawing/2014/main" val="4284163590"/>
                    </a:ext>
                  </a:extLst>
                </a:gridCol>
              </a:tblGrid>
              <a:tr h="12993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2064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2064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SETP_NUM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TAPMEQUIP.EQUIP_ID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400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점검부위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EQASMB_DESC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TAPMPOINT.EQASMB_ID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선택시 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TAEQASMB.FULL_DESC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값 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점검방법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CHECK_METHOD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적정기준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FIT_BASIS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71506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판정구분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306724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PM_POINT_RSLT_STATUS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221948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점검값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RESULT_VALUE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633774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하한값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Right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CHECK_MIN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974642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기준값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Right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CHECK_BASIS_VAL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8928763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상한값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Right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CHECK_MAX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120932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UOM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056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시행여부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IS_ACTIVE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57316"/>
                  </a:ext>
                </a:extLst>
              </a:tr>
              <a:tr h="120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검사세부내용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93077"/>
                  </a:ext>
                </a:extLst>
              </a:tr>
            </a:tbl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A15A797B-9503-4E67-AF5B-87F6E48C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484784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Grid</a:t>
            </a:r>
          </a:p>
        </p:txBody>
      </p:sp>
    </p:spTree>
    <p:extLst>
      <p:ext uri="{BB962C8B-B14F-4D97-AF65-F5344CB8AC3E}">
        <p14:creationId xmlns:p14="http://schemas.microsoft.com/office/powerpoint/2010/main" val="3200639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659A8F4-4DB7-426F-BE46-D4D4F7FD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144">
            <a:extLst>
              <a:ext uri="{FF2B5EF4-FFF2-40B4-BE49-F238E27FC236}">
                <a16:creationId xmlns:a16="http://schemas.microsoft.com/office/drawing/2014/main" id="{DCE564FA-0B0D-4FCD-AEF0-241CEE519117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Group 90">
            <a:extLst>
              <a:ext uri="{FF2B5EF4-FFF2-40B4-BE49-F238E27FC236}">
                <a16:creationId xmlns:a16="http://schemas.microsoft.com/office/drawing/2014/main" id="{0D4A8010-38A5-4405-86D6-87ECD6FE8FD0}"/>
              </a:ext>
            </a:extLst>
          </p:cNvPr>
          <p:cNvGraphicFramePr>
            <a:graphicFrameLocks noGrp="1"/>
          </p:cNvGraphicFramePr>
          <p:nvPr/>
        </p:nvGraphicFramePr>
        <p:xfrm>
          <a:off x="1511425" y="2962632"/>
          <a:ext cx="7926987" cy="2194560"/>
        </p:xfrm>
        <a:graphic>
          <a:graphicData uri="http://schemas.openxmlformats.org/drawingml/2006/table">
            <a:tbl>
              <a:tblPr/>
              <a:tblGrid>
                <a:gridCol w="39636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365443">
                  <a:extLst>
                    <a:ext uri="{9D8B030D-6E8A-4147-A177-3AD203B41FA5}">
                      <a16:colId xmlns:a16="http://schemas.microsoft.com/office/drawing/2014/main" val="972613534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1222693">
                  <a:extLst>
                    <a:ext uri="{9D8B030D-6E8A-4147-A177-3AD203B41FA5}">
                      <a16:colId xmlns:a16="http://schemas.microsoft.com/office/drawing/2014/main" val="1055420857"/>
                    </a:ext>
                  </a:extLst>
                </a:gridCol>
                <a:gridCol w="707456">
                  <a:extLst>
                    <a:ext uri="{9D8B030D-6E8A-4147-A177-3AD203B41FA5}">
                      <a16:colId xmlns:a16="http://schemas.microsoft.com/office/drawing/2014/main" val="2393175717"/>
                    </a:ext>
                  </a:extLst>
                </a:gridCol>
                <a:gridCol w="1704116">
                  <a:extLst>
                    <a:ext uri="{9D8B030D-6E8A-4147-A177-3AD203B41FA5}">
                      <a16:colId xmlns:a16="http://schemas.microsoft.com/office/drawing/2014/main" val="1682937366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STEP_NUM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84965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점검사진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PM_POINT_ID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7971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점검부위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EQASMB_ID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92586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CHEKC_POINT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375895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적정기준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FIT_BASIS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02918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점검방법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CHECK_METHOD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0433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판정구분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021203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53067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PM_POINT_RSLT_STATUS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25404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검사세부내용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19526"/>
                  </a:ext>
                </a:extLst>
              </a:tr>
            </a:tbl>
          </a:graphicData>
        </a:graphic>
      </p:graphicFrame>
      <p:sp>
        <p:nvSpPr>
          <p:cNvPr id="4" name="Rectangle 8">
            <a:extLst>
              <a:ext uri="{FF2B5EF4-FFF2-40B4-BE49-F238E27FC236}">
                <a16:creationId xmlns:a16="http://schemas.microsoft.com/office/drawing/2014/main" id="{9ED346BE-3C98-47B8-85CE-A4846243D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2737484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  <p:graphicFrame>
        <p:nvGraphicFramePr>
          <p:cNvPr id="5" name="Group 90">
            <a:extLst>
              <a:ext uri="{FF2B5EF4-FFF2-40B4-BE49-F238E27FC236}">
                <a16:creationId xmlns:a16="http://schemas.microsoft.com/office/drawing/2014/main" id="{F40B510A-EC55-4D26-B370-44214282D04A}"/>
              </a:ext>
            </a:extLst>
          </p:cNvPr>
          <p:cNvGraphicFramePr>
            <a:graphicFrameLocks noGrp="1"/>
          </p:cNvGraphicFramePr>
          <p:nvPr/>
        </p:nvGraphicFramePr>
        <p:xfrm>
          <a:off x="1487488" y="1667272"/>
          <a:ext cx="9145016" cy="60960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567338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점검결과값 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70743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Grid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컬럼 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868734"/>
                  </a:ext>
                </a:extLst>
              </a:tr>
            </a:tbl>
          </a:graphicData>
        </a:graphic>
      </p:graphicFrame>
      <p:sp>
        <p:nvSpPr>
          <p:cNvPr id="35" name="Rectangle 8">
            <a:extLst>
              <a:ext uri="{FF2B5EF4-FFF2-40B4-BE49-F238E27FC236}">
                <a16:creationId xmlns:a16="http://schemas.microsoft.com/office/drawing/2014/main" id="{D59B8E36-8B8D-4704-809E-ED0B8EDF2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434595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</p:spTree>
    <p:extLst>
      <p:ext uri="{BB962C8B-B14F-4D97-AF65-F5344CB8AC3E}">
        <p14:creationId xmlns:p14="http://schemas.microsoft.com/office/powerpoint/2010/main" val="3850237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6674C92E-E0AC-4313-983A-48CC6090DFBD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workPmiPointDetail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2019.05.14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정기점검계획을 확인하고 일정을 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DD40ECC2-6423-4941-B869-6E623979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점검결과사진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9" name="Picture 51">
            <a:extLst>
              <a:ext uri="{FF2B5EF4-FFF2-40B4-BE49-F238E27FC236}">
                <a16:creationId xmlns:a16="http://schemas.microsoft.com/office/drawing/2014/main" id="{D31683F1-CC6F-439E-84C1-6851647D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75424" y="1448737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Rectangle 88">
            <a:extLst>
              <a:ext uri="{FF2B5EF4-FFF2-40B4-BE49-F238E27FC236}">
                <a16:creationId xmlns:a16="http://schemas.microsoft.com/office/drawing/2014/main" id="{796B0F35-6B48-4BC5-8BED-69981089F8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1741" y="1485153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01" name="Rectangle 88">
            <a:extLst>
              <a:ext uri="{FF2B5EF4-FFF2-40B4-BE49-F238E27FC236}">
                <a16:creationId xmlns:a16="http://schemas.microsoft.com/office/drawing/2014/main" id="{E627EE85-2B6B-4B8E-BDA6-E8A4457AEA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3399" y="1474136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점검결과사진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2" name="Rectangle 88">
            <a:extLst>
              <a:ext uri="{FF2B5EF4-FFF2-40B4-BE49-F238E27FC236}">
                <a16:creationId xmlns:a16="http://schemas.microsoft.com/office/drawing/2014/main" id="{701559C3-17DA-48D6-A033-7EA3F42B9F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6109" y="1505214"/>
            <a:ext cx="3571875" cy="2330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34" name="Rectangle 88">
            <a:extLst>
              <a:ext uri="{FF2B5EF4-FFF2-40B4-BE49-F238E27FC236}">
                <a16:creationId xmlns:a16="http://schemas.microsoft.com/office/drawing/2014/main" id="{C667EFAA-F533-46CB-900E-DB87C6CE8C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6156" y="1844824"/>
            <a:ext cx="2933700" cy="163089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35" name="Rectangle 87">
            <a:extLst>
              <a:ext uri="{FF2B5EF4-FFF2-40B4-BE49-F238E27FC236}">
                <a16:creationId xmlns:a16="http://schemas.microsoft.com/office/drawing/2014/main" id="{D3590A36-0D02-4B2B-9988-E60D5E2034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39616" y="3566207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사진제목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43" name="Rectangle 87">
            <a:extLst>
              <a:ext uri="{FF2B5EF4-FFF2-40B4-BE49-F238E27FC236}">
                <a16:creationId xmlns:a16="http://schemas.microsoft.com/office/drawing/2014/main" id="{6D1A5B10-215B-4E5D-A2D1-1E33B5B947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39616" y="3203934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en-US" altLang="ko-KR" sz="800" b="0">
                <a:solidFill>
                  <a:schemeClr val="tx1"/>
                </a:solidFill>
                <a:ea typeface="굴림" panose="020B0600000101010101" pitchFamily="50" charset="-127"/>
              </a:rPr>
              <a:t>1/3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337E08E9-16ED-4BDD-BD6B-87D8A0D0AD2E}"/>
              </a:ext>
            </a:extLst>
          </p:cNvPr>
          <p:cNvGraphicFramePr>
            <a:graphicFrameLocks noGrp="1"/>
          </p:cNvGraphicFramePr>
          <p:nvPr/>
        </p:nvGraphicFramePr>
        <p:xfrm>
          <a:off x="1511424" y="4518244"/>
          <a:ext cx="7980962" cy="609600"/>
        </p:xfrm>
        <a:graphic>
          <a:graphicData uri="http://schemas.openxmlformats.org/drawingml/2006/table">
            <a:tbl>
              <a:tblPr/>
              <a:tblGrid>
                <a:gridCol w="39636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365443">
                  <a:extLst>
                    <a:ext uri="{9D8B030D-6E8A-4147-A177-3AD203B41FA5}">
                      <a16:colId xmlns:a16="http://schemas.microsoft.com/office/drawing/2014/main" val="972613534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1222693">
                  <a:extLst>
                    <a:ext uri="{9D8B030D-6E8A-4147-A177-3AD203B41FA5}">
                      <a16:colId xmlns:a16="http://schemas.microsoft.com/office/drawing/2014/main" val="1055420857"/>
                    </a:ext>
                  </a:extLst>
                </a:gridCol>
                <a:gridCol w="707456">
                  <a:extLst>
                    <a:ext uri="{9D8B030D-6E8A-4147-A177-3AD203B41FA5}">
                      <a16:colId xmlns:a16="http://schemas.microsoft.com/office/drawing/2014/main" val="2393175717"/>
                    </a:ext>
                  </a:extLst>
                </a:gridCol>
                <a:gridCol w="1704116">
                  <a:extLst>
                    <a:ext uri="{9D8B030D-6E8A-4147-A177-3AD203B41FA5}">
                      <a16:colId xmlns:a16="http://schemas.microsoft.com/office/drawing/2014/main" val="1682937366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점검결과사진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Image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PMINSPOINT_ID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84965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점검결과사진명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TAIMAGE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79717"/>
                  </a:ext>
                </a:extLst>
              </a:tr>
            </a:tbl>
          </a:graphicData>
        </a:graphic>
      </p:graphicFrame>
      <p:sp>
        <p:nvSpPr>
          <p:cNvPr id="8" name="Rectangle 8">
            <a:extLst>
              <a:ext uri="{FF2B5EF4-FFF2-40B4-BE49-F238E27FC236}">
                <a16:creationId xmlns:a16="http://schemas.microsoft.com/office/drawing/2014/main" id="{4C432142-4019-4F91-8225-74C4D1E7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4293096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</p:spTree>
    <p:extLst>
      <p:ext uri="{BB962C8B-B14F-4D97-AF65-F5344CB8AC3E}">
        <p14:creationId xmlns:p14="http://schemas.microsoft.com/office/powerpoint/2010/main" val="1299116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6674C92E-E0AC-4313-983A-48CC6090DFBD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workPmiPointDetail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2019.05.14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정기점검계획을 확인하고 일정을 조정한다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DD40ECC2-6423-4941-B869-6E6239793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99" name="Picture 51">
            <a:extLst>
              <a:ext uri="{FF2B5EF4-FFF2-40B4-BE49-F238E27FC236}">
                <a16:creationId xmlns:a16="http://schemas.microsoft.com/office/drawing/2014/main" id="{D31683F1-CC6F-439E-84C1-6851647D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75424" y="1448737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" name="Rectangle 88">
            <a:extLst>
              <a:ext uri="{FF2B5EF4-FFF2-40B4-BE49-F238E27FC236}">
                <a16:creationId xmlns:a16="http://schemas.microsoft.com/office/drawing/2014/main" id="{796B0F35-6B48-4BC5-8BED-69981089F8A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1741" y="1485153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01" name="Rectangle 88">
            <a:extLst>
              <a:ext uri="{FF2B5EF4-FFF2-40B4-BE49-F238E27FC236}">
                <a16:creationId xmlns:a16="http://schemas.microsoft.com/office/drawing/2014/main" id="{E627EE85-2B6B-4B8E-BDA6-E8A4457AEA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083399" y="1474136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점검항목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graphicFrame>
        <p:nvGraphicFramePr>
          <p:cNvPr id="59" name="Group 90">
            <a:extLst>
              <a:ext uri="{FF2B5EF4-FFF2-40B4-BE49-F238E27FC236}">
                <a16:creationId xmlns:a16="http://schemas.microsoft.com/office/drawing/2014/main" id="{69DAD819-8F43-4FDE-9CBA-4E3361CD1876}"/>
              </a:ext>
            </a:extLst>
          </p:cNvPr>
          <p:cNvGraphicFramePr>
            <a:graphicFrameLocks noGrp="1"/>
          </p:cNvGraphicFramePr>
          <p:nvPr/>
        </p:nvGraphicFramePr>
        <p:xfrm>
          <a:off x="1804654" y="1835897"/>
          <a:ext cx="8790806" cy="64008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1256210773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1601166101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74861176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714002677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3055558440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531124515"/>
                    </a:ext>
                  </a:extLst>
                </a:gridCol>
                <a:gridCol w="873443">
                  <a:extLst>
                    <a:ext uri="{9D8B030D-6E8A-4147-A177-3AD203B41FA5}">
                      <a16:colId xmlns:a16="http://schemas.microsoft.com/office/drawing/2014/main" val="1012561564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614448754"/>
                    </a:ext>
                  </a:extLst>
                </a:gridCol>
                <a:gridCol w="524193">
                  <a:extLst>
                    <a:ext uri="{9D8B030D-6E8A-4147-A177-3AD203B41FA5}">
                      <a16:colId xmlns:a16="http://schemas.microsoft.com/office/drawing/2014/main" val="4192831316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1660822285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3315930712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3842116592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3649127659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488978472"/>
                    </a:ext>
                  </a:extLst>
                </a:gridCol>
                <a:gridCol w="874255">
                  <a:extLst>
                    <a:ext uri="{9D8B030D-6E8A-4147-A177-3AD203B41FA5}">
                      <a16:colId xmlns:a16="http://schemas.microsoft.com/office/drawing/2014/main" val="3571012456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점검순서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점검부위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점검방법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적정기준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판정구분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점검값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사용여부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검사세부내용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38049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진동상태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육안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진동이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없을것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21069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158862"/>
                  </a:ext>
                </a:extLst>
              </a:tr>
            </a:tbl>
          </a:graphicData>
        </a:graphic>
      </p:graphicFrame>
      <p:sp>
        <p:nvSpPr>
          <p:cNvPr id="82" name="Rectangle 88">
            <a:extLst>
              <a:ext uri="{FF2B5EF4-FFF2-40B4-BE49-F238E27FC236}">
                <a16:creationId xmlns:a16="http://schemas.microsoft.com/office/drawing/2014/main" id="{701559C3-17DA-48D6-A033-7EA3F42B9F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6109" y="1505214"/>
            <a:ext cx="3571875" cy="2330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상세보기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Excel, Setting, Edit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pic>
        <p:nvPicPr>
          <p:cNvPr id="83" name="Picture 51">
            <a:extLst>
              <a:ext uri="{FF2B5EF4-FFF2-40B4-BE49-F238E27FC236}">
                <a16:creationId xmlns:a16="http://schemas.microsoft.com/office/drawing/2014/main" id="{4476A590-BD96-462B-B3D2-70F5EA4C7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794880" y="2528881"/>
            <a:ext cx="8731164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Rectangle 88">
            <a:extLst>
              <a:ext uri="{FF2B5EF4-FFF2-40B4-BE49-F238E27FC236}">
                <a16:creationId xmlns:a16="http://schemas.microsoft.com/office/drawing/2014/main" id="{BFF483B3-E1EC-410D-8A81-F096E0E3DE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61197" y="2565297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5" name="Rectangle 88">
            <a:extLst>
              <a:ext uri="{FF2B5EF4-FFF2-40B4-BE49-F238E27FC236}">
                <a16:creationId xmlns:a16="http://schemas.microsoft.com/office/drawing/2014/main" id="{4ACE0F21-DE5B-4CF0-86F9-399D2DBB7CC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5165" y="2564008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점검항목</a:t>
            </a:r>
            <a:r>
              <a:rPr lang="en-US" altLang="ko-KR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(12)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8" name="Rectangle 88">
            <a:extLst>
              <a:ext uri="{FF2B5EF4-FFF2-40B4-BE49-F238E27FC236}">
                <a16:creationId xmlns:a16="http://schemas.microsoft.com/office/drawing/2014/main" id="{C3161C4B-9D17-4A8D-84F2-4B9489DDA6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25565" y="2585358"/>
            <a:ext cx="3571875" cy="2330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상세보기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Excel, Setting, Edit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FCEFDD2-6B37-4FC9-BEE7-08934A2B78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2172" y="3178035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0" name="Rectangle 87">
            <a:extLst>
              <a:ext uri="{FF2B5EF4-FFF2-40B4-BE49-F238E27FC236}">
                <a16:creationId xmlns:a16="http://schemas.microsoft.com/office/drawing/2014/main" id="{060A0433-1286-4A8A-8B2C-046DFBC5B0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55059" y="3178035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점검부위</a:t>
            </a:r>
          </a:p>
        </p:txBody>
      </p:sp>
      <p:sp>
        <p:nvSpPr>
          <p:cNvPr id="130" name="Rectangle 88">
            <a:extLst>
              <a:ext uri="{FF2B5EF4-FFF2-40B4-BE49-F238E27FC236}">
                <a16:creationId xmlns:a16="http://schemas.microsoft.com/office/drawing/2014/main" id="{4470ACCD-27ED-468A-9524-C9B074B852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6164" y="5418790"/>
            <a:ext cx="7601721" cy="52357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31" name="Rectangle 87">
            <a:extLst>
              <a:ext uri="{FF2B5EF4-FFF2-40B4-BE49-F238E27FC236}">
                <a16:creationId xmlns:a16="http://schemas.microsoft.com/office/drawing/2014/main" id="{FE8A890D-5EE3-41B8-9BA9-CE092AEE1F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50341" y="5428476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검사세부내용</a:t>
            </a:r>
          </a:p>
        </p:txBody>
      </p:sp>
      <p:sp>
        <p:nvSpPr>
          <p:cNvPr id="132" name="Rectangle 88">
            <a:extLst>
              <a:ext uri="{FF2B5EF4-FFF2-40B4-BE49-F238E27FC236}">
                <a16:creationId xmlns:a16="http://schemas.microsoft.com/office/drawing/2014/main" id="{D89C28A0-1179-451E-9B55-4498B68EF0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2172" y="2900679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예방점검</a:t>
            </a:r>
          </a:p>
        </p:txBody>
      </p:sp>
      <p:sp>
        <p:nvSpPr>
          <p:cNvPr id="133" name="Rectangle 87">
            <a:extLst>
              <a:ext uri="{FF2B5EF4-FFF2-40B4-BE49-F238E27FC236}">
                <a16:creationId xmlns:a16="http://schemas.microsoft.com/office/drawing/2014/main" id="{AD54A4F6-6D3F-4E99-AF33-F3CBA166CB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657" y="2900679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점검순서</a:t>
            </a:r>
          </a:p>
        </p:txBody>
      </p:sp>
      <p:sp>
        <p:nvSpPr>
          <p:cNvPr id="134" name="Rectangle 88">
            <a:extLst>
              <a:ext uri="{FF2B5EF4-FFF2-40B4-BE49-F238E27FC236}">
                <a16:creationId xmlns:a16="http://schemas.microsoft.com/office/drawing/2014/main" id="{C667EFAA-F533-46CB-900E-DB87C6CE8CB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5417" y="2887978"/>
            <a:ext cx="2933700" cy="163089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35" name="Rectangle 87">
            <a:extLst>
              <a:ext uri="{FF2B5EF4-FFF2-40B4-BE49-F238E27FC236}">
                <a16:creationId xmlns:a16="http://schemas.microsoft.com/office/drawing/2014/main" id="{D3590A36-0D02-4B2B-9988-E60D5E2034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96610" y="2889567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점검사진</a:t>
            </a:r>
          </a:p>
        </p:txBody>
      </p:sp>
      <p:sp>
        <p:nvSpPr>
          <p:cNvPr id="143" name="Rectangle 88">
            <a:extLst>
              <a:ext uri="{FF2B5EF4-FFF2-40B4-BE49-F238E27FC236}">
                <a16:creationId xmlns:a16="http://schemas.microsoft.com/office/drawing/2014/main" id="{DDA8470D-4C88-49BF-B728-BD7FBDD2CA3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82172" y="5131291"/>
            <a:ext cx="2930674" cy="2333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정상</a:t>
            </a:r>
          </a:p>
        </p:txBody>
      </p:sp>
      <p:sp>
        <p:nvSpPr>
          <p:cNvPr id="144" name="Rectangle 87">
            <a:extLst>
              <a:ext uri="{FF2B5EF4-FFF2-40B4-BE49-F238E27FC236}">
                <a16:creationId xmlns:a16="http://schemas.microsoft.com/office/drawing/2014/main" id="{DD6134E0-DFD8-4FE7-9D6B-C7C26548FD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3763" y="5132879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점검결과</a:t>
            </a:r>
          </a:p>
        </p:txBody>
      </p:sp>
      <p:sp>
        <p:nvSpPr>
          <p:cNvPr id="145" name="타원 144">
            <a:extLst>
              <a:ext uri="{FF2B5EF4-FFF2-40B4-BE49-F238E27FC236}">
                <a16:creationId xmlns:a16="http://schemas.microsoft.com/office/drawing/2014/main" id="{21A81A90-5993-43CB-9EB1-426D72EEF7BA}"/>
              </a:ext>
            </a:extLst>
          </p:cNvPr>
          <p:cNvSpPr/>
          <p:nvPr/>
        </p:nvSpPr>
        <p:spPr bwMode="auto">
          <a:xfrm>
            <a:off x="5645940" y="5167824"/>
            <a:ext cx="134938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46" name="Rectangle 88">
            <a:extLst>
              <a:ext uri="{FF2B5EF4-FFF2-40B4-BE49-F238E27FC236}">
                <a16:creationId xmlns:a16="http://schemas.microsoft.com/office/drawing/2014/main" id="{5156C00B-A7CD-44A4-9B1B-0E54EBEBB1E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884" y="3443503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47" name="Rectangle 87">
            <a:extLst>
              <a:ext uri="{FF2B5EF4-FFF2-40B4-BE49-F238E27FC236}">
                <a16:creationId xmlns:a16="http://schemas.microsoft.com/office/drawing/2014/main" id="{856134C0-24C0-4960-9BBB-57C83203A4B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771" y="3443503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점검항목</a:t>
            </a:r>
          </a:p>
        </p:txBody>
      </p:sp>
      <p:sp>
        <p:nvSpPr>
          <p:cNvPr id="165" name="Rectangle 88">
            <a:extLst>
              <a:ext uri="{FF2B5EF4-FFF2-40B4-BE49-F238E27FC236}">
                <a16:creationId xmlns:a16="http://schemas.microsoft.com/office/drawing/2014/main" id="{43BE7AA7-6601-462E-8381-2722D12438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549" y="4002580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66" name="Rectangle 87">
            <a:extLst>
              <a:ext uri="{FF2B5EF4-FFF2-40B4-BE49-F238E27FC236}">
                <a16:creationId xmlns:a16="http://schemas.microsoft.com/office/drawing/2014/main" id="{3D503689-632B-421A-9E1B-D196E4A557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436" y="4002580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적정기준</a:t>
            </a:r>
          </a:p>
        </p:txBody>
      </p:sp>
      <p:sp>
        <p:nvSpPr>
          <p:cNvPr id="167" name="Rectangle 88">
            <a:extLst>
              <a:ext uri="{FF2B5EF4-FFF2-40B4-BE49-F238E27FC236}">
                <a16:creationId xmlns:a16="http://schemas.microsoft.com/office/drawing/2014/main" id="{28771542-F9F9-47EF-8D66-2C07B7F9D3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549" y="3725224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예방점검</a:t>
            </a:r>
          </a:p>
        </p:txBody>
      </p:sp>
      <p:sp>
        <p:nvSpPr>
          <p:cNvPr id="168" name="Rectangle 87">
            <a:extLst>
              <a:ext uri="{FF2B5EF4-FFF2-40B4-BE49-F238E27FC236}">
                <a16:creationId xmlns:a16="http://schemas.microsoft.com/office/drawing/2014/main" id="{7F230867-00FE-427E-A19A-B5AFD4665E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76034" y="3725224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점검방법</a:t>
            </a:r>
          </a:p>
        </p:txBody>
      </p:sp>
      <p:sp>
        <p:nvSpPr>
          <p:cNvPr id="169" name="Rectangle 88">
            <a:extLst>
              <a:ext uri="{FF2B5EF4-FFF2-40B4-BE49-F238E27FC236}">
                <a16:creationId xmlns:a16="http://schemas.microsoft.com/office/drawing/2014/main" id="{7EFB2D3B-6622-49FC-B7B9-F2B78DDBB44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3533" y="4268048"/>
            <a:ext cx="2933700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70" name="Rectangle 87">
            <a:extLst>
              <a:ext uri="{FF2B5EF4-FFF2-40B4-BE49-F238E27FC236}">
                <a16:creationId xmlns:a16="http://schemas.microsoft.com/office/drawing/2014/main" id="{BE54DC76-9E50-4F09-B033-D314864AA0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6420" y="4268048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수치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/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판정구분</a:t>
            </a:r>
          </a:p>
        </p:txBody>
      </p:sp>
      <p:sp>
        <p:nvSpPr>
          <p:cNvPr id="171" name="Rectangle 88">
            <a:extLst>
              <a:ext uri="{FF2B5EF4-FFF2-40B4-BE49-F238E27FC236}">
                <a16:creationId xmlns:a16="http://schemas.microsoft.com/office/drawing/2014/main" id="{F88CFD51-D892-49E0-9426-E00AB357A9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955" y="4547812"/>
            <a:ext cx="7209979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72" name="Rectangle 87">
            <a:extLst>
              <a:ext uri="{FF2B5EF4-FFF2-40B4-BE49-F238E27FC236}">
                <a16:creationId xmlns:a16="http://schemas.microsoft.com/office/drawing/2014/main" id="{66CD3DFE-82A4-4E49-8029-FC90F70E5225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842" y="4547812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 err="1">
                <a:solidFill>
                  <a:schemeClr val="tx1"/>
                </a:solidFill>
                <a:ea typeface="굴림" panose="020B0600000101010101" pitchFamily="50" charset="-127"/>
              </a:rPr>
              <a:t>설정값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/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단위</a:t>
            </a:r>
          </a:p>
        </p:txBody>
      </p:sp>
      <p:sp>
        <p:nvSpPr>
          <p:cNvPr id="173" name="Rectangle 88">
            <a:extLst>
              <a:ext uri="{FF2B5EF4-FFF2-40B4-BE49-F238E27FC236}">
                <a16:creationId xmlns:a16="http://schemas.microsoft.com/office/drawing/2014/main" id="{5A7E15AC-81DE-45C5-ABEC-C9D24AB6A3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892549" y="4831093"/>
            <a:ext cx="7209979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endParaRPr lang="ko-KR" altLang="en-US" sz="9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74" name="Rectangle 87">
            <a:extLst>
              <a:ext uri="{FF2B5EF4-FFF2-40B4-BE49-F238E27FC236}">
                <a16:creationId xmlns:a16="http://schemas.microsoft.com/office/drawing/2014/main" id="{997A976E-AD03-4CC4-851C-D52051AEEC2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65436" y="4831093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비고</a:t>
            </a:r>
          </a:p>
        </p:txBody>
      </p:sp>
      <p:sp>
        <p:nvSpPr>
          <p:cNvPr id="175" name="Text Box 4">
            <a:extLst>
              <a:ext uri="{FF2B5EF4-FFF2-40B4-BE49-F238E27FC236}">
                <a16:creationId xmlns:a16="http://schemas.microsoft.com/office/drawing/2014/main" id="{026E2D76-BBB3-44D6-9A3E-3B2180CA3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317" y="3490772"/>
            <a:ext cx="2930674" cy="607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수치</a:t>
            </a:r>
            <a:r>
              <a:rPr kumimoji="1" lang="en-US" altLang="ko-KR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/</a:t>
            </a:r>
            <a:r>
              <a:rPr kumimoji="1" lang="ko-KR" altLang="en-US" sz="120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판정구분이 수치값일 </a:t>
            </a:r>
            <a:r>
              <a:rPr kumimoji="1" lang="ko-KR" altLang="en-US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경우</a:t>
            </a:r>
            <a:endParaRPr lang="en-US" altLang="ko-KR" sz="12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en-US" altLang="ko-KR" sz="1200" dirty="0">
              <a:solidFill>
                <a:schemeClr val="accent6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530D094-AED0-4BAE-BC70-071CA4AE5D50}"/>
              </a:ext>
            </a:extLst>
          </p:cNvPr>
          <p:cNvCxnSpPr/>
          <p:nvPr/>
        </p:nvCxnSpPr>
        <p:spPr bwMode="auto">
          <a:xfrm>
            <a:off x="5780878" y="2168833"/>
            <a:ext cx="415732" cy="1321939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Rectangle 88">
            <a:extLst>
              <a:ext uri="{FF2B5EF4-FFF2-40B4-BE49-F238E27FC236}">
                <a16:creationId xmlns:a16="http://schemas.microsoft.com/office/drawing/2014/main" id="{1DFFC265-DE56-4E9C-9C5D-2CDCBC9AD28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71853" y="5131291"/>
            <a:ext cx="2930674" cy="233363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정상</a:t>
            </a:r>
          </a:p>
        </p:txBody>
      </p:sp>
      <p:sp>
        <p:nvSpPr>
          <p:cNvPr id="41" name="Rectangle 87">
            <a:extLst>
              <a:ext uri="{FF2B5EF4-FFF2-40B4-BE49-F238E27FC236}">
                <a16:creationId xmlns:a16="http://schemas.microsoft.com/office/drawing/2014/main" id="{F1EED482-A51E-41B9-96C7-507E200876D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63444" y="5132879"/>
            <a:ext cx="990600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점검값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7" name="Picture 51">
            <a:extLst>
              <a:ext uri="{FF2B5EF4-FFF2-40B4-BE49-F238E27FC236}">
                <a16:creationId xmlns:a16="http://schemas.microsoft.com/office/drawing/2014/main" id="{5BA61CF7-A0DB-4102-A8CC-C916E3A1A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351585" y="6310586"/>
            <a:ext cx="817150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8">
            <a:extLst>
              <a:ext uri="{FF2B5EF4-FFF2-40B4-BE49-F238E27FC236}">
                <a16:creationId xmlns:a16="http://schemas.microsoft.com/office/drawing/2014/main" id="{D1994F57-A684-4FB1-953F-05DAE2E4DA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17901" y="6347002"/>
            <a:ext cx="2726572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9" name="Rectangle 88">
            <a:extLst>
              <a:ext uri="{FF2B5EF4-FFF2-40B4-BE49-F238E27FC236}">
                <a16:creationId xmlns:a16="http://schemas.microsoft.com/office/drawing/2014/main" id="{CE09B95F-D22D-4B87-9465-4C3D020E4E8D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59559" y="6335985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 dirty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첨부문서</a:t>
            </a:r>
          </a:p>
        </p:txBody>
      </p:sp>
      <p:pic>
        <p:nvPicPr>
          <p:cNvPr id="10" name="Picture 51">
            <a:extLst>
              <a:ext uri="{FF2B5EF4-FFF2-40B4-BE49-F238E27FC236}">
                <a16:creationId xmlns:a16="http://schemas.microsoft.com/office/drawing/2014/main" id="{B3E9B201-8892-42AE-AAF7-B1E23E45C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351585" y="5988727"/>
            <a:ext cx="817150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88">
            <a:extLst>
              <a:ext uri="{FF2B5EF4-FFF2-40B4-BE49-F238E27FC236}">
                <a16:creationId xmlns:a16="http://schemas.microsoft.com/office/drawing/2014/main" id="{6E82409F-C734-480C-89FE-8D63D3B426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17901" y="6025143"/>
            <a:ext cx="2726572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45798E73-F7F4-4F2B-BF69-501CF4A7C7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59559" y="6014126"/>
            <a:ext cx="2302373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>
                <a:solidFill>
                  <a:srgbClr val="FF6600"/>
                </a:solidFill>
                <a:latin typeface="Arial" charset="0"/>
                <a:ea typeface="굴림" charset="-127"/>
                <a:cs typeface="Arial Unicode MS" pitchFamily="50" charset="-127"/>
              </a:rPr>
              <a:t>점검결과사진</a:t>
            </a:r>
            <a:endParaRPr lang="ko-KR" altLang="en-US" sz="900" b="0" dirty="0">
              <a:solidFill>
                <a:srgbClr val="FF6600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71097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926F560A-BD31-4778-9847-00DCF53F8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E659A8F4-4DB7-426F-BE46-D4D4F7FDB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화면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(Screen)-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상세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-Tab-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점검항목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8" name="Group 144">
            <a:extLst>
              <a:ext uri="{FF2B5EF4-FFF2-40B4-BE49-F238E27FC236}">
                <a16:creationId xmlns:a16="http://schemas.microsoft.com/office/drawing/2014/main" id="{DCE564FA-0B0D-4FCD-AEF0-241CEE519117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2019.05.02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개발자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정기점검실행 일정 및 실행결과를 등록한다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" name="Group 90">
            <a:extLst>
              <a:ext uri="{FF2B5EF4-FFF2-40B4-BE49-F238E27FC236}">
                <a16:creationId xmlns:a16="http://schemas.microsoft.com/office/drawing/2014/main" id="{0D4A8010-38A5-4405-86D6-87ECD6FE8FD0}"/>
              </a:ext>
            </a:extLst>
          </p:cNvPr>
          <p:cNvGraphicFramePr>
            <a:graphicFrameLocks noGrp="1"/>
          </p:cNvGraphicFramePr>
          <p:nvPr/>
        </p:nvGraphicFramePr>
        <p:xfrm>
          <a:off x="1511425" y="1637924"/>
          <a:ext cx="7926987" cy="2392680"/>
        </p:xfrm>
        <a:graphic>
          <a:graphicData uri="http://schemas.openxmlformats.org/drawingml/2006/table">
            <a:tbl>
              <a:tblPr/>
              <a:tblGrid>
                <a:gridCol w="39636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540068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702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36385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22593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365443">
                  <a:extLst>
                    <a:ext uri="{9D8B030D-6E8A-4147-A177-3AD203B41FA5}">
                      <a16:colId xmlns:a16="http://schemas.microsoft.com/office/drawing/2014/main" val="972613534"/>
                    </a:ext>
                  </a:extLst>
                </a:gridCol>
                <a:gridCol w="851218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1222693">
                  <a:extLst>
                    <a:ext uri="{9D8B030D-6E8A-4147-A177-3AD203B41FA5}">
                      <a16:colId xmlns:a16="http://schemas.microsoft.com/office/drawing/2014/main" val="1055420857"/>
                    </a:ext>
                  </a:extLst>
                </a:gridCol>
                <a:gridCol w="707456">
                  <a:extLst>
                    <a:ext uri="{9D8B030D-6E8A-4147-A177-3AD203B41FA5}">
                      <a16:colId xmlns:a16="http://schemas.microsoft.com/office/drawing/2014/main" val="2393175717"/>
                    </a:ext>
                  </a:extLst>
                </a:gridCol>
                <a:gridCol w="1704116">
                  <a:extLst>
                    <a:ext uri="{9D8B030D-6E8A-4147-A177-3AD203B41FA5}">
                      <a16:colId xmlns:a16="http://schemas.microsoft.com/office/drawing/2014/main" val="1682937366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STEP_NUM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84965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점검사진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PM_POINT_ID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47971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점검부위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EQASMB_ID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92586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CHEKC_POINT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375895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적정기준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FIT_BASIS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102918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점검방법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CHECK_METHOD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0433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판정구분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CHECK_TYPE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021203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53067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점검결과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PM_POINT_RSLT_STATUS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925404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점검값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RESULT_VALUE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2544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검사세부내용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TAPMINSPOINT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5919526"/>
                  </a:ext>
                </a:extLst>
              </a:tr>
            </a:tbl>
          </a:graphicData>
        </a:graphic>
      </p:graphicFrame>
      <p:sp>
        <p:nvSpPr>
          <p:cNvPr id="4" name="Rectangle 8">
            <a:extLst>
              <a:ext uri="{FF2B5EF4-FFF2-40B4-BE49-F238E27FC236}">
                <a16:creationId xmlns:a16="http://schemas.microsoft.com/office/drawing/2014/main" id="{9ED346BE-3C98-47B8-85CE-A4846243D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412776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</p:spTree>
    <p:extLst>
      <p:ext uri="{BB962C8B-B14F-4D97-AF65-F5344CB8AC3E}">
        <p14:creationId xmlns:p14="http://schemas.microsoft.com/office/powerpoint/2010/main" val="605369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2021.02.04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(Screen)-lov-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정기점검실행목록 선택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11">
            <a:extLst>
              <a:ext uri="{FF2B5EF4-FFF2-40B4-BE49-F238E27FC236}">
                <a16:creationId xmlns:a16="http://schemas.microsoft.com/office/drawing/2014/main" id="{52FEB206-6297-4273-853C-AF08FAD0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6BC8AD3B-9379-482A-8F33-C037A9480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187043" y="1565434"/>
            <a:ext cx="7077309" cy="224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Rectangle 88">
            <a:extLst>
              <a:ext uri="{FF2B5EF4-FFF2-40B4-BE49-F238E27FC236}">
                <a16:creationId xmlns:a16="http://schemas.microsoft.com/office/drawing/2014/main" id="{ED0F4836-7D2D-4675-9F24-D21D1073F4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18086" y="1567761"/>
            <a:ext cx="3317875" cy="2176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800" b="0">
                <a:latin typeface="Arial" charset="0"/>
                <a:ea typeface="굴림" charset="-127"/>
                <a:cs typeface="Arial Unicode MS" pitchFamily="50" charset="-127"/>
              </a:rPr>
              <a:t>정기점검실행목록 선택</a:t>
            </a:r>
            <a:endParaRPr lang="ko-KR" altLang="en-US" sz="800" b="0" dirty="0"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graphicFrame>
        <p:nvGraphicFramePr>
          <p:cNvPr id="57" name="Group 90">
            <a:extLst>
              <a:ext uri="{FF2B5EF4-FFF2-40B4-BE49-F238E27FC236}">
                <a16:creationId xmlns:a16="http://schemas.microsoft.com/office/drawing/2014/main" id="{2D2BE1E0-75C6-4B52-B069-35B5F6997E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419612"/>
              </p:ext>
            </p:extLst>
          </p:nvPr>
        </p:nvGraphicFramePr>
        <p:xfrm>
          <a:off x="2193324" y="5128788"/>
          <a:ext cx="6810374" cy="870404"/>
        </p:xfrm>
        <a:graphic>
          <a:graphicData uri="http://schemas.openxmlformats.org/drawingml/2006/table">
            <a:tbl>
              <a:tblPr/>
              <a:tblGrid>
                <a:gridCol w="281303">
                  <a:extLst>
                    <a:ext uri="{9D8B030D-6E8A-4147-A177-3AD203B41FA5}">
                      <a16:colId xmlns:a16="http://schemas.microsoft.com/office/drawing/2014/main" val="2182448149"/>
                    </a:ext>
                  </a:extLst>
                </a:gridCol>
                <a:gridCol w="6529071">
                  <a:extLst>
                    <a:ext uri="{9D8B030D-6E8A-4147-A177-3AD203B41FA5}">
                      <a16:colId xmlns:a16="http://schemas.microsoft.com/office/drawing/2014/main" val="142844453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설비명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점검종료일자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153606"/>
                  </a:ext>
                </a:extLst>
              </a:tr>
              <a:tr h="321972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4909960"/>
                  </a:ext>
                </a:extLst>
              </a:tr>
              <a:tr h="122489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912813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defTabSz="912813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defTabSz="912813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defTabSz="912813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defTabSz="912813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defTabSz="912813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28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/>
                        </a:solidFill>
                        <a:ea typeface="굴림" panose="020B0600000101010101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367975"/>
                  </a:ext>
                </a:extLst>
              </a:tr>
            </a:tbl>
          </a:graphicData>
        </a:graphic>
      </p:graphicFrame>
      <p:sp>
        <p:nvSpPr>
          <p:cNvPr id="58" name="Rectangle 88">
            <a:extLst>
              <a:ext uri="{FF2B5EF4-FFF2-40B4-BE49-F238E27FC236}">
                <a16:creationId xmlns:a16="http://schemas.microsoft.com/office/drawing/2014/main" id="{DA9F51F0-9CF1-4B6A-888F-3CF9789CE4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40932" y="1529262"/>
            <a:ext cx="7195429" cy="4492026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en-US" altLang="ko-KR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59" name="Picture 48">
            <a:extLst>
              <a:ext uri="{FF2B5EF4-FFF2-40B4-BE49-F238E27FC236}">
                <a16:creationId xmlns:a16="http://schemas.microsoft.com/office/drawing/2014/main" id="{D52E7DD0-0057-4A91-9006-E1AFBABB7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187043" y="1817169"/>
            <a:ext cx="7149318" cy="230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Rectangle 88">
            <a:extLst>
              <a:ext uri="{FF2B5EF4-FFF2-40B4-BE49-F238E27FC236}">
                <a16:creationId xmlns:a16="http://schemas.microsoft.com/office/drawing/2014/main" id="{D8F600AE-4382-4865-A4EE-A7EC291F3E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46081" y="1807597"/>
            <a:ext cx="1269535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검색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</a:t>
            </a: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 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pic>
        <p:nvPicPr>
          <p:cNvPr id="61" name="Picture 50">
            <a:extLst>
              <a:ext uri="{FF2B5EF4-FFF2-40B4-BE49-F238E27FC236}">
                <a16:creationId xmlns:a16="http://schemas.microsoft.com/office/drawing/2014/main" id="{4674C513-5B46-4925-9BAA-5054AB948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156543" y="4792411"/>
            <a:ext cx="71116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Rectangle 88">
            <a:extLst>
              <a:ext uri="{FF2B5EF4-FFF2-40B4-BE49-F238E27FC236}">
                <a16:creationId xmlns:a16="http://schemas.microsoft.com/office/drawing/2014/main" id="{6BBCC003-EB3A-4314-A31B-2ED872D03B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99676" y="4857218"/>
            <a:ext cx="2529506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선택</a:t>
            </a:r>
            <a:r>
              <a:rPr lang="en-US" altLang="ko-KR" sz="900" b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,Excel,Setting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64" name="Rectangle 87">
            <a:extLst>
              <a:ext uri="{FF2B5EF4-FFF2-40B4-BE49-F238E27FC236}">
                <a16:creationId xmlns:a16="http://schemas.microsoft.com/office/drawing/2014/main" id="{F96149D3-25F8-45BB-8E22-13BCB7E2C59A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83801" y="2160888"/>
            <a:ext cx="876624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일자</a:t>
            </a:r>
          </a:p>
        </p:txBody>
      </p:sp>
      <p:sp>
        <p:nvSpPr>
          <p:cNvPr id="65" name="Rectangle 88">
            <a:extLst>
              <a:ext uri="{FF2B5EF4-FFF2-40B4-BE49-F238E27FC236}">
                <a16:creationId xmlns:a16="http://schemas.microsoft.com/office/drawing/2014/main" id="{91E3096B-8B39-43B9-A385-2AF0E42C71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3" y="2180645"/>
            <a:ext cx="1005081" cy="2176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2019-05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6" name="Rectangle 87">
            <a:extLst>
              <a:ext uri="{FF2B5EF4-FFF2-40B4-BE49-F238E27FC236}">
                <a16:creationId xmlns:a16="http://schemas.microsoft.com/office/drawing/2014/main" id="{F714E779-3A81-4A03-A884-E2872D47EB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83859" y="2189628"/>
            <a:ext cx="87662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예방점검번호</a:t>
            </a:r>
          </a:p>
        </p:txBody>
      </p:sp>
      <p:sp>
        <p:nvSpPr>
          <p:cNvPr id="67" name="Rectangle 88">
            <a:extLst>
              <a:ext uri="{FF2B5EF4-FFF2-40B4-BE49-F238E27FC236}">
                <a16:creationId xmlns:a16="http://schemas.microsoft.com/office/drawing/2014/main" id="{F02C82FB-8390-45D0-8B0A-89A0947E950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2209353"/>
            <a:ext cx="2340207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68" name="Rectangle 87">
            <a:extLst>
              <a:ext uri="{FF2B5EF4-FFF2-40B4-BE49-F238E27FC236}">
                <a16:creationId xmlns:a16="http://schemas.microsoft.com/office/drawing/2014/main" id="{7FBE4812-29BD-4D89-BDE5-B3B015F46B0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79577" y="2447755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부서</a:t>
            </a:r>
          </a:p>
        </p:txBody>
      </p:sp>
      <p:sp>
        <p:nvSpPr>
          <p:cNvPr id="69" name="Rectangle 88">
            <a:extLst>
              <a:ext uri="{FF2B5EF4-FFF2-40B4-BE49-F238E27FC236}">
                <a16:creationId xmlns:a16="http://schemas.microsoft.com/office/drawing/2014/main" id="{A8FBD320-BDEB-4ADD-B000-0CE3EF56F2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2467480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0" name="Rectangle 87">
            <a:extLst>
              <a:ext uri="{FF2B5EF4-FFF2-40B4-BE49-F238E27FC236}">
                <a16:creationId xmlns:a16="http://schemas.microsoft.com/office/drawing/2014/main" id="{B32DF4AD-34EF-48D8-A0FB-4BDD40F643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3993" y="2477921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담당자</a:t>
            </a:r>
          </a:p>
        </p:txBody>
      </p:sp>
      <p:sp>
        <p:nvSpPr>
          <p:cNvPr id="71" name="Rectangle 88">
            <a:extLst>
              <a:ext uri="{FF2B5EF4-FFF2-40B4-BE49-F238E27FC236}">
                <a16:creationId xmlns:a16="http://schemas.microsoft.com/office/drawing/2014/main" id="{76704196-4E77-446F-95A4-C50F8C8698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2497646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042DFE16-17A5-4C64-B5C4-7C5C4189C398}"/>
              </a:ext>
            </a:extLst>
          </p:cNvPr>
          <p:cNvSpPr/>
          <p:nvPr/>
        </p:nvSpPr>
        <p:spPr bwMode="auto">
          <a:xfrm>
            <a:off x="9110750" y="2563264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C20BD48-ABCE-431F-9F55-30BD9A8060D3}"/>
              </a:ext>
            </a:extLst>
          </p:cNvPr>
          <p:cNvSpPr/>
          <p:nvPr/>
        </p:nvSpPr>
        <p:spPr bwMode="auto">
          <a:xfrm>
            <a:off x="5305566" y="2524181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74" name="Rectangle 87">
            <a:extLst>
              <a:ext uri="{FF2B5EF4-FFF2-40B4-BE49-F238E27FC236}">
                <a16:creationId xmlns:a16="http://schemas.microsoft.com/office/drawing/2014/main" id="{2F76B1CE-44B1-403B-BC54-69B778874DFC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79577" y="2713744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</a:t>
            </a:r>
          </a:p>
        </p:txBody>
      </p:sp>
      <p:sp>
        <p:nvSpPr>
          <p:cNvPr id="75" name="Rectangle 88">
            <a:extLst>
              <a:ext uri="{FF2B5EF4-FFF2-40B4-BE49-F238E27FC236}">
                <a16:creationId xmlns:a16="http://schemas.microsoft.com/office/drawing/2014/main" id="{7D3CFBCE-AA23-44DA-8A9C-CE5549138A8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2733469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6" name="Rectangle 87">
            <a:extLst>
              <a:ext uri="{FF2B5EF4-FFF2-40B4-BE49-F238E27FC236}">
                <a16:creationId xmlns:a16="http://schemas.microsoft.com/office/drawing/2014/main" id="{2E955941-DD28-48C7-AD55-0CE6969B2862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3993" y="2743911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설비위치</a:t>
            </a:r>
          </a:p>
        </p:txBody>
      </p:sp>
      <p:sp>
        <p:nvSpPr>
          <p:cNvPr id="77" name="Rectangle 88">
            <a:extLst>
              <a:ext uri="{FF2B5EF4-FFF2-40B4-BE49-F238E27FC236}">
                <a16:creationId xmlns:a16="http://schemas.microsoft.com/office/drawing/2014/main" id="{3A203084-F9D7-40EE-AF63-90B848B5E1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2763636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ECA1D03-2FD0-4150-A05E-4CD1E2D3DBE7}"/>
              </a:ext>
            </a:extLst>
          </p:cNvPr>
          <p:cNvSpPr/>
          <p:nvPr/>
        </p:nvSpPr>
        <p:spPr bwMode="auto">
          <a:xfrm>
            <a:off x="9110750" y="2829252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92C5FB1D-F4DB-4393-8B17-C802F866778D}"/>
              </a:ext>
            </a:extLst>
          </p:cNvPr>
          <p:cNvSpPr/>
          <p:nvPr/>
        </p:nvSpPr>
        <p:spPr bwMode="auto">
          <a:xfrm>
            <a:off x="5305566" y="2790170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80" name="Rectangle 87">
            <a:extLst>
              <a:ext uri="{FF2B5EF4-FFF2-40B4-BE49-F238E27FC236}">
                <a16:creationId xmlns:a16="http://schemas.microsoft.com/office/drawing/2014/main" id="{2C47FB7D-9ACD-471E-99D1-64AD4CD6B47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79577" y="2975275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설비종류</a:t>
            </a:r>
          </a:p>
        </p:txBody>
      </p:sp>
      <p:sp>
        <p:nvSpPr>
          <p:cNvPr id="81" name="Rectangle 88">
            <a:extLst>
              <a:ext uri="{FF2B5EF4-FFF2-40B4-BE49-F238E27FC236}">
                <a16:creationId xmlns:a16="http://schemas.microsoft.com/office/drawing/2014/main" id="{0BCAA84B-AA55-4333-BB9E-D3CC7926CC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2995000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2" name="Rectangle 87">
            <a:extLst>
              <a:ext uri="{FF2B5EF4-FFF2-40B4-BE49-F238E27FC236}">
                <a16:creationId xmlns:a16="http://schemas.microsoft.com/office/drawing/2014/main" id="{59F3A92B-E7EB-4360-B3B7-93B349CC7D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3993" y="3005442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법정설비여부</a:t>
            </a:r>
          </a:p>
        </p:txBody>
      </p:sp>
      <p:sp>
        <p:nvSpPr>
          <p:cNvPr id="83" name="Rectangle 88">
            <a:extLst>
              <a:ext uri="{FF2B5EF4-FFF2-40B4-BE49-F238E27FC236}">
                <a16:creationId xmlns:a16="http://schemas.microsoft.com/office/drawing/2014/main" id="{BC76A233-AD4F-4CCA-9069-10111EE122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3025167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DBC74377-2C80-4E59-8B9B-B47A85C4B60E}"/>
              </a:ext>
            </a:extLst>
          </p:cNvPr>
          <p:cNvSpPr/>
          <p:nvPr/>
        </p:nvSpPr>
        <p:spPr bwMode="auto">
          <a:xfrm>
            <a:off x="5305566" y="3051702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85" name="Rectangle 87">
            <a:extLst>
              <a:ext uri="{FF2B5EF4-FFF2-40B4-BE49-F238E27FC236}">
                <a16:creationId xmlns:a16="http://schemas.microsoft.com/office/drawing/2014/main" id="{FF0553D8-3D78-4DC2-93D5-025C8D5D9D2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79577" y="3232349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관리자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(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정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)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6" name="Rectangle 88">
            <a:extLst>
              <a:ext uri="{FF2B5EF4-FFF2-40B4-BE49-F238E27FC236}">
                <a16:creationId xmlns:a16="http://schemas.microsoft.com/office/drawing/2014/main" id="{EAA28F77-5678-4F85-847A-D2A4AF77E1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3252074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7" name="Rectangle 87">
            <a:extLst>
              <a:ext uri="{FF2B5EF4-FFF2-40B4-BE49-F238E27FC236}">
                <a16:creationId xmlns:a16="http://schemas.microsoft.com/office/drawing/2014/main" id="{01F9A44B-4FE3-41F0-9C00-C958052893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3993" y="3262515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관리자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(</a:t>
            </a:r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부</a:t>
            </a:r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)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8" name="Rectangle 88">
            <a:extLst>
              <a:ext uri="{FF2B5EF4-FFF2-40B4-BE49-F238E27FC236}">
                <a16:creationId xmlns:a16="http://schemas.microsoft.com/office/drawing/2014/main" id="{D1E51B44-192F-42A0-AAFD-4224C3F3C0B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3282240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A3040D8B-C5BD-4238-B09A-C6C2609AE381}"/>
              </a:ext>
            </a:extLst>
          </p:cNvPr>
          <p:cNvSpPr/>
          <p:nvPr/>
        </p:nvSpPr>
        <p:spPr bwMode="auto">
          <a:xfrm>
            <a:off x="5305566" y="3308775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0" name="Rectangle 87">
            <a:extLst>
              <a:ext uri="{FF2B5EF4-FFF2-40B4-BE49-F238E27FC236}">
                <a16:creationId xmlns:a16="http://schemas.microsoft.com/office/drawing/2014/main" id="{2312D351-F9D5-41BE-BA34-D653416D9623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97008" y="3735647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작업형태</a:t>
            </a:r>
          </a:p>
        </p:txBody>
      </p:sp>
      <p:sp>
        <p:nvSpPr>
          <p:cNvPr id="91" name="Rectangle 88">
            <a:extLst>
              <a:ext uri="{FF2B5EF4-FFF2-40B4-BE49-F238E27FC236}">
                <a16:creationId xmlns:a16="http://schemas.microsoft.com/office/drawing/2014/main" id="{F22DEC9B-7EC2-44D5-ABD2-A54648DC0CE7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3755372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2" name="Rectangle 87">
            <a:extLst>
              <a:ext uri="{FF2B5EF4-FFF2-40B4-BE49-F238E27FC236}">
                <a16:creationId xmlns:a16="http://schemas.microsoft.com/office/drawing/2014/main" id="{438A3C36-2DE4-4F6A-803F-69D3221C20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9951" y="3765814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작업그룹</a:t>
            </a:r>
          </a:p>
        </p:txBody>
      </p:sp>
      <p:sp>
        <p:nvSpPr>
          <p:cNvPr id="93" name="Rectangle 88">
            <a:extLst>
              <a:ext uri="{FF2B5EF4-FFF2-40B4-BE49-F238E27FC236}">
                <a16:creationId xmlns:a16="http://schemas.microsoft.com/office/drawing/2014/main" id="{B935ACC4-1770-4356-84F4-E4A9672B1384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3785539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EE032591-A7F1-4A10-A959-2ED6D172CD12}"/>
              </a:ext>
            </a:extLst>
          </p:cNvPr>
          <p:cNvSpPr/>
          <p:nvPr/>
        </p:nvSpPr>
        <p:spPr bwMode="auto">
          <a:xfrm>
            <a:off x="5305566" y="3812073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5" name="Rectangle 87">
            <a:extLst>
              <a:ext uri="{FF2B5EF4-FFF2-40B4-BE49-F238E27FC236}">
                <a16:creationId xmlns:a16="http://schemas.microsoft.com/office/drawing/2014/main" id="{75288709-F66F-4310-813C-03D9766954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97008" y="3988413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설비유형</a:t>
            </a:r>
          </a:p>
        </p:txBody>
      </p:sp>
      <p:sp>
        <p:nvSpPr>
          <p:cNvPr id="96" name="Rectangle 88">
            <a:extLst>
              <a:ext uri="{FF2B5EF4-FFF2-40B4-BE49-F238E27FC236}">
                <a16:creationId xmlns:a16="http://schemas.microsoft.com/office/drawing/2014/main" id="{15BD7454-C614-4DCB-B0B8-B226DC069A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4008138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2B0A240E-78FE-4608-B3CB-BBDFB645A2EC}"/>
              </a:ext>
            </a:extLst>
          </p:cNvPr>
          <p:cNvSpPr/>
          <p:nvPr/>
        </p:nvSpPr>
        <p:spPr bwMode="auto">
          <a:xfrm>
            <a:off x="5305566" y="4064839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B58AF3E3-CFCE-421F-9ABF-085BF7B81B66}"/>
              </a:ext>
            </a:extLst>
          </p:cNvPr>
          <p:cNvSpPr/>
          <p:nvPr/>
        </p:nvSpPr>
        <p:spPr bwMode="auto">
          <a:xfrm>
            <a:off x="9110749" y="3082758"/>
            <a:ext cx="103717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3F1C1395-385D-496B-AB25-F01C7F9630B7}"/>
              </a:ext>
            </a:extLst>
          </p:cNvPr>
          <p:cNvSpPr/>
          <p:nvPr/>
        </p:nvSpPr>
        <p:spPr bwMode="auto">
          <a:xfrm>
            <a:off x="9110750" y="3345776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673D7CDA-D99F-4B84-A364-560921256D10}"/>
              </a:ext>
            </a:extLst>
          </p:cNvPr>
          <p:cNvSpPr/>
          <p:nvPr/>
        </p:nvSpPr>
        <p:spPr bwMode="auto">
          <a:xfrm>
            <a:off x="9110750" y="3862892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1" name="Rectangle 87">
            <a:extLst>
              <a:ext uri="{FF2B5EF4-FFF2-40B4-BE49-F238E27FC236}">
                <a16:creationId xmlns:a16="http://schemas.microsoft.com/office/drawing/2014/main" id="{1C9D0540-7001-4D28-BF8E-DC3E249393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89902" y="3489273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작업종류</a:t>
            </a:r>
          </a:p>
        </p:txBody>
      </p:sp>
      <p:sp>
        <p:nvSpPr>
          <p:cNvPr id="102" name="Rectangle 88">
            <a:extLst>
              <a:ext uri="{FF2B5EF4-FFF2-40B4-BE49-F238E27FC236}">
                <a16:creationId xmlns:a16="http://schemas.microsoft.com/office/drawing/2014/main" id="{87E1F221-AA9B-43EA-BAEC-B835EAD1F4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3508998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03" name="Rectangle 87">
            <a:extLst>
              <a:ext uri="{FF2B5EF4-FFF2-40B4-BE49-F238E27FC236}">
                <a16:creationId xmlns:a16="http://schemas.microsoft.com/office/drawing/2014/main" id="{5DF908F1-1DFB-4573-8A87-10FEB59A1A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34318" y="3519439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거래처</a:t>
            </a:r>
          </a:p>
        </p:txBody>
      </p:sp>
      <p:sp>
        <p:nvSpPr>
          <p:cNvPr id="104" name="Rectangle 88">
            <a:extLst>
              <a:ext uri="{FF2B5EF4-FFF2-40B4-BE49-F238E27FC236}">
                <a16:creationId xmlns:a16="http://schemas.microsoft.com/office/drawing/2014/main" id="{2D242B1D-0155-4338-9E8C-952C5F17EC37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6" y="3539164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D3E99038-BC21-491B-A375-33FC2A3A04E0}"/>
              </a:ext>
            </a:extLst>
          </p:cNvPr>
          <p:cNvSpPr/>
          <p:nvPr/>
        </p:nvSpPr>
        <p:spPr bwMode="auto">
          <a:xfrm>
            <a:off x="5305566" y="3565699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4A0E0D6B-D961-42A9-BB54-DB58D60A1D7A}"/>
              </a:ext>
            </a:extLst>
          </p:cNvPr>
          <p:cNvSpPr/>
          <p:nvPr/>
        </p:nvSpPr>
        <p:spPr bwMode="auto">
          <a:xfrm>
            <a:off x="9110750" y="3602700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07" name="Rectangle 88">
            <a:extLst>
              <a:ext uri="{FF2B5EF4-FFF2-40B4-BE49-F238E27FC236}">
                <a16:creationId xmlns:a16="http://schemas.microsoft.com/office/drawing/2014/main" id="{0CED7B0A-A9B6-4D89-BA0F-5921283B138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5" y="4045129"/>
            <a:ext cx="2337100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08" name="Rectangle 87">
            <a:extLst>
              <a:ext uri="{FF2B5EF4-FFF2-40B4-BE49-F238E27FC236}">
                <a16:creationId xmlns:a16="http://schemas.microsoft.com/office/drawing/2014/main" id="{A0225F3B-46D2-4D7D-B427-653C86DE07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08871" y="4039840"/>
            <a:ext cx="804430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 err="1">
                <a:solidFill>
                  <a:schemeClr val="tx1"/>
                </a:solidFill>
                <a:ea typeface="굴림" panose="020B0600000101010101" pitchFamily="50" charset="-127"/>
              </a:rPr>
              <a:t>공장명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80CA4214-E4B0-4EB6-A142-5045754D866D}"/>
              </a:ext>
            </a:extLst>
          </p:cNvPr>
          <p:cNvSpPr/>
          <p:nvPr/>
        </p:nvSpPr>
        <p:spPr bwMode="auto">
          <a:xfrm>
            <a:off x="9110750" y="4100345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0" name="Rectangle 88">
            <a:extLst>
              <a:ext uri="{FF2B5EF4-FFF2-40B4-BE49-F238E27FC236}">
                <a16:creationId xmlns:a16="http://schemas.microsoft.com/office/drawing/2014/main" id="{88D33A41-30BB-4AC7-9F5C-7618ABB2B5D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92472" y="2180645"/>
            <a:ext cx="1005081" cy="217625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en-US" altLang="ko-KR" sz="800" b="0" dirty="0">
                <a:solidFill>
                  <a:schemeClr val="tx1"/>
                </a:solidFill>
                <a:ea typeface="굴림" panose="020B0600000101010101" pitchFamily="50" charset="-127"/>
              </a:rPr>
              <a:t>2019-05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BDE31E44-6A09-48A8-9DC4-B6C15E4961E2}"/>
              </a:ext>
            </a:extLst>
          </p:cNvPr>
          <p:cNvSpPr/>
          <p:nvPr/>
        </p:nvSpPr>
        <p:spPr bwMode="auto">
          <a:xfrm flipH="1">
            <a:off x="5337741" y="2238472"/>
            <a:ext cx="110788" cy="10174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10A4E9A4-2464-4FB0-B45F-7615E6A9569A}"/>
              </a:ext>
            </a:extLst>
          </p:cNvPr>
          <p:cNvSpPr/>
          <p:nvPr/>
        </p:nvSpPr>
        <p:spPr bwMode="auto">
          <a:xfrm flipH="1">
            <a:off x="3992440" y="2238472"/>
            <a:ext cx="110788" cy="10174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3" name="Rectangle 87">
            <a:extLst>
              <a:ext uri="{FF2B5EF4-FFF2-40B4-BE49-F238E27FC236}">
                <a16:creationId xmlns:a16="http://schemas.microsoft.com/office/drawing/2014/main" id="{FC80937B-3DBA-4973-AFFB-AD2F6A093F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97008" y="4231178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점검작업상태</a:t>
            </a:r>
          </a:p>
        </p:txBody>
      </p:sp>
      <p:sp>
        <p:nvSpPr>
          <p:cNvPr id="114" name="Rectangle 88">
            <a:extLst>
              <a:ext uri="{FF2B5EF4-FFF2-40B4-BE49-F238E27FC236}">
                <a16:creationId xmlns:a16="http://schemas.microsoft.com/office/drawing/2014/main" id="{74D1D00F-C62C-467B-86A1-E500F8DCECD5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4250903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BE9B7BC6-F188-440A-873D-506C6D899BE1}"/>
              </a:ext>
            </a:extLst>
          </p:cNvPr>
          <p:cNvSpPr/>
          <p:nvPr/>
        </p:nvSpPr>
        <p:spPr bwMode="auto">
          <a:xfrm>
            <a:off x="5305566" y="4307604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6" name="Rectangle 88">
            <a:extLst>
              <a:ext uri="{FF2B5EF4-FFF2-40B4-BE49-F238E27FC236}">
                <a16:creationId xmlns:a16="http://schemas.microsoft.com/office/drawing/2014/main" id="{B94F81A3-FFD7-41B5-B83C-785DC3E0AF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1905" y="4287894"/>
            <a:ext cx="2337100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17" name="Rectangle 87">
            <a:extLst>
              <a:ext uri="{FF2B5EF4-FFF2-40B4-BE49-F238E27FC236}">
                <a16:creationId xmlns:a16="http://schemas.microsoft.com/office/drawing/2014/main" id="{C7B13C40-0FE4-4562-BDFF-43066019B7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108871" y="4282605"/>
            <a:ext cx="804430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>
                <a:solidFill>
                  <a:schemeClr val="tx1"/>
                </a:solidFill>
                <a:ea typeface="굴림" panose="020B0600000101010101" pitchFamily="50" charset="-127"/>
              </a:rPr>
              <a:t>설비사용부서</a:t>
            </a: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EF30C603-9F1E-43FA-9741-EB8C30A1DD70}"/>
              </a:ext>
            </a:extLst>
          </p:cNvPr>
          <p:cNvSpPr/>
          <p:nvPr/>
        </p:nvSpPr>
        <p:spPr bwMode="auto">
          <a:xfrm>
            <a:off x="9110750" y="4343110"/>
            <a:ext cx="103718" cy="108419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119" name="Rectangle 87">
            <a:extLst>
              <a:ext uri="{FF2B5EF4-FFF2-40B4-BE49-F238E27FC236}">
                <a16:creationId xmlns:a16="http://schemas.microsoft.com/office/drawing/2014/main" id="{A6B8F219-5CE1-46E5-94FD-23A42EB8F1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2297008" y="4490360"/>
            <a:ext cx="877913" cy="234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 dirty="0" err="1">
                <a:solidFill>
                  <a:schemeClr val="tx1"/>
                </a:solidFill>
                <a:ea typeface="굴림" panose="020B0600000101010101" pitchFamily="50" charset="-127"/>
              </a:rPr>
              <a:t>점검명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120" name="Rectangle 88">
            <a:extLst>
              <a:ext uri="{FF2B5EF4-FFF2-40B4-BE49-F238E27FC236}">
                <a16:creationId xmlns:a16="http://schemas.microsoft.com/office/drawing/2014/main" id="{75D3CC83-5966-4A30-8807-06E8B23FE121}"/>
              </a:ext>
            </a:extLst>
          </p:cNvPr>
          <p:cNvSpPr>
            <a:spLocks noChangeArrowheads="1"/>
          </p:cNvSpPr>
          <p:nvPr/>
        </p:nvSpPr>
        <p:spPr bwMode="gray">
          <a:xfrm>
            <a:off x="3144691" y="4510085"/>
            <a:ext cx="2352861" cy="217625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ko-KR" altLang="en-US" sz="8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0370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06615"/>
              </p:ext>
            </p:extLst>
          </p:nvPr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2021.02.04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(Screen)-lov-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정기점검실행목록 선택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11">
            <a:extLst>
              <a:ext uri="{FF2B5EF4-FFF2-40B4-BE49-F238E27FC236}">
                <a16:creationId xmlns:a16="http://schemas.microsoft.com/office/drawing/2014/main" id="{52FEB206-6297-4273-853C-AF08FAD0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graphicFrame>
        <p:nvGraphicFramePr>
          <p:cNvPr id="9" name="Group 90">
            <a:extLst>
              <a:ext uri="{FF2B5EF4-FFF2-40B4-BE49-F238E27FC236}">
                <a16:creationId xmlns:a16="http://schemas.microsoft.com/office/drawing/2014/main" id="{85C86ECD-EA40-4D56-96FB-2908BD04C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833788"/>
              </p:ext>
            </p:extLst>
          </p:nvPr>
        </p:nvGraphicFramePr>
        <p:xfrm>
          <a:off x="1487488" y="1556792"/>
          <a:ext cx="9145016" cy="120396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528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5673382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Filter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Field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 선택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조회된 </a:t>
                      </a: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다운로드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Grid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컬럼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</a:tbl>
          </a:graphicData>
        </a:graphic>
      </p:graphicFrame>
      <p:sp>
        <p:nvSpPr>
          <p:cNvPr id="10" name="Rectangle 8">
            <a:extLst>
              <a:ext uri="{FF2B5EF4-FFF2-40B4-BE49-F238E27FC236}">
                <a16:creationId xmlns:a16="http://schemas.microsoft.com/office/drawing/2014/main" id="{09F7A5B0-058E-4D78-8485-0C5156DA1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13586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</p:spTree>
    <p:extLst>
      <p:ext uri="{BB962C8B-B14F-4D97-AF65-F5344CB8AC3E}">
        <p14:creationId xmlns:p14="http://schemas.microsoft.com/office/powerpoint/2010/main" val="1296334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2021.02.04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(Screen)-lov-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정기점검실행목록 선택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11">
            <a:extLst>
              <a:ext uri="{FF2B5EF4-FFF2-40B4-BE49-F238E27FC236}">
                <a16:creationId xmlns:a16="http://schemas.microsoft.com/office/drawing/2014/main" id="{52FEB206-6297-4273-853C-AF08FAD0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graphicFrame>
        <p:nvGraphicFramePr>
          <p:cNvPr id="6" name="Group 90">
            <a:extLst>
              <a:ext uri="{FF2B5EF4-FFF2-40B4-BE49-F238E27FC236}">
                <a16:creationId xmlns:a16="http://schemas.microsoft.com/office/drawing/2014/main" id="{B0D15A51-8356-4A37-B18C-B80246ACE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877011"/>
              </p:ext>
            </p:extLst>
          </p:nvPr>
        </p:nvGraphicFramePr>
        <p:xfrm>
          <a:off x="1487488" y="1584176"/>
          <a:ext cx="9587502" cy="4495800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7346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625793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val="765649478"/>
                    </a:ext>
                  </a:extLst>
                </a:gridCol>
                <a:gridCol w="122110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495224">
                  <a:extLst>
                    <a:ext uri="{9D8B030D-6E8A-4147-A177-3AD203B41FA5}">
                      <a16:colId xmlns:a16="http://schemas.microsoft.com/office/drawing/2014/main" val="4197132354"/>
                    </a:ext>
                  </a:extLst>
                </a:gridCol>
                <a:gridCol w="386080">
                  <a:extLst>
                    <a:ext uri="{9D8B030D-6E8A-4147-A177-3AD203B41FA5}">
                      <a16:colId xmlns:a16="http://schemas.microsoft.com/office/drawing/2014/main" val="3811272265"/>
                    </a:ext>
                  </a:extLst>
                </a:gridCol>
                <a:gridCol w="1032366">
                  <a:extLst>
                    <a:ext uri="{9D8B030D-6E8A-4147-A177-3AD203B41FA5}">
                      <a16:colId xmlns:a16="http://schemas.microsoft.com/office/drawing/2014/main" val="1301795413"/>
                    </a:ext>
                  </a:extLst>
                </a:gridCol>
                <a:gridCol w="1090930">
                  <a:extLst>
                    <a:ext uri="{9D8B030D-6E8A-4147-A177-3AD203B41FA5}">
                      <a16:colId xmlns:a16="http://schemas.microsoft.com/office/drawing/2014/main" val="2360123798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3654278664"/>
                    </a:ext>
                  </a:extLst>
                </a:gridCol>
                <a:gridCol w="1032366">
                  <a:extLst>
                    <a:ext uri="{9D8B030D-6E8A-4147-A177-3AD203B41FA5}">
                      <a16:colId xmlns:a16="http://schemas.microsoft.com/office/drawing/2014/main" val="3496236473"/>
                    </a:ext>
                  </a:extLst>
                </a:gridCol>
              </a:tblGrid>
              <a:tr h="17842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코드타입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Value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예방작업번호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433049"/>
                  </a:ext>
                </a:extLst>
              </a:tr>
              <a:tr h="156124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EQUIP_ID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EQLOC_ID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101778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95308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732952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작업그룹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WKCTR_ID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45501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설비유형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EQCTG_TYPE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763076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5334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VENDOR_ID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501497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법정설비여부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Y/N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IS_LAW_EQ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28542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MAIN_MNG_ID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193278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설비관리자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SUB_MNG_ID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144304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CYCLE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91994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주기구분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TAPMLST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PERIOD_TYPE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995711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</a:t>
                      </a: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코드</a:t>
                      </a:r>
                      <a:endParaRPr kumimoji="1" lang="en-US" altLang="ko-KR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087863"/>
                  </a:ext>
                </a:extLst>
              </a:tr>
              <a:tr h="15612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설비사용부서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LOV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USAGE_DEPT_ID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343964"/>
                  </a:ext>
                </a:extLst>
              </a:tr>
            </a:tbl>
          </a:graphicData>
        </a:graphic>
      </p:graphicFrame>
      <p:sp>
        <p:nvSpPr>
          <p:cNvPr id="7" name="Rectangle 8">
            <a:extLst>
              <a:ext uri="{FF2B5EF4-FFF2-40B4-BE49-F238E27FC236}">
                <a16:creationId xmlns:a16="http://schemas.microsoft.com/office/drawing/2014/main" id="{41D736F7-51D6-4E57-A246-DA727E843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Field</a:t>
            </a:r>
          </a:p>
        </p:txBody>
      </p:sp>
    </p:spTree>
    <p:extLst>
      <p:ext uri="{BB962C8B-B14F-4D97-AF65-F5344CB8AC3E}">
        <p14:creationId xmlns:p14="http://schemas.microsoft.com/office/powerpoint/2010/main" val="1604897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/>
        </p:nvGraphicFramePr>
        <p:xfrm>
          <a:off x="1416050" y="606425"/>
          <a:ext cx="9359900" cy="571500"/>
        </p:xfrm>
        <a:graphic>
          <a:graphicData uri="http://schemas.openxmlformats.org/drawingml/2006/table">
            <a:tbl>
              <a:tblPr/>
              <a:tblGrid>
                <a:gridCol w="1015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5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4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2021.02.04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정기점검실행목록 선택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1" y="98426"/>
            <a:ext cx="6602413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5.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</a:t>
            </a:r>
            <a:r>
              <a:rPr kumimoji="1" lang="en-US" altLang="ko-KR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(Screen)-lov-</a:t>
            </a:r>
            <a:r>
              <a:rPr kumimoji="1" lang="ko-KR" altLang="en-US" sz="2000" b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정기점검실행목록 선택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Rectangle 111">
            <a:extLst>
              <a:ext uri="{FF2B5EF4-FFF2-40B4-BE49-F238E27FC236}">
                <a16:creationId xmlns:a16="http://schemas.microsoft.com/office/drawing/2014/main" id="{52FEB206-6297-4273-853C-AF08FAD0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6050" y="1268413"/>
            <a:ext cx="9361488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8AE6BFD-0FFF-4CA9-A132-3C01E990F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8524" y="1340768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Grid</a:t>
            </a:r>
            <a:endParaRPr kumimoji="1" lang="en-US" altLang="ko-KR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Group 90">
            <a:extLst>
              <a:ext uri="{FF2B5EF4-FFF2-40B4-BE49-F238E27FC236}">
                <a16:creationId xmlns:a16="http://schemas.microsoft.com/office/drawing/2014/main" id="{112AE8DB-B6C4-4BE5-93C1-AB4B98A58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636847"/>
              </p:ext>
            </p:extLst>
          </p:nvPr>
        </p:nvGraphicFramePr>
        <p:xfrm>
          <a:off x="1487489" y="1543519"/>
          <a:ext cx="9299003" cy="5106761"/>
        </p:xfrm>
        <a:graphic>
          <a:graphicData uri="http://schemas.openxmlformats.org/drawingml/2006/table">
            <a:tbl>
              <a:tblPr/>
              <a:tblGrid>
                <a:gridCol w="436880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360805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98843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522605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1027430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962343">
                  <a:extLst>
                    <a:ext uri="{9D8B030D-6E8A-4147-A177-3AD203B41FA5}">
                      <a16:colId xmlns:a16="http://schemas.microsoft.com/office/drawing/2014/main" val="2275682255"/>
                    </a:ext>
                  </a:extLst>
                </a:gridCol>
                <a:gridCol w="3154742">
                  <a:extLst>
                    <a:ext uri="{9D8B030D-6E8A-4147-A177-3AD203B41FA5}">
                      <a16:colId xmlns:a16="http://schemas.microsoft.com/office/drawing/2014/main" val="4284163590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2299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WKOR_DATE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MEASURE_TIME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설비번호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ITEM_NO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TAPMINSLIST.EQUIP_ID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5641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TAEQUIPMENT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17150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설비위치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TAEQLOC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FULL_DESC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139924"/>
                  </a:ext>
                </a:extLst>
              </a:tr>
              <a:tr h="16261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607866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TADEPT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TAPMINSLIST.DEPT_ID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555364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TAPMINSLIST.EMP_ID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60991"/>
                  </a:ext>
                </a:extLst>
              </a:tr>
              <a:tr h="1553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거래처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TAVENDOR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TAPMINSLIST.VENDOR_ID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7748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교대조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SHIFT_TYPE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3155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작업형태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PM_TYPE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38800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점검작업상태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PMSCHED_STATUS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명으로 표시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95978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6432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점검시작시간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6335944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점검종료일자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681779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점검종료시간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Center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시간형식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96047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점검시간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Right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WORK_TIME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37333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년월일시분초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06664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TAUSER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TAPMINSLIST.UPD_BY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13814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생성시간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CRE_DATE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년월일시분초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150055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생성자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TAUSER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TAPMINSLIST.CRE_BY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9611073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Text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TAPMINSLIST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REMARK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523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000821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tx1"/>
          </a:outerShdw>
        </a:effectLst>
      </a:spPr>
      <a:bodyPr vert="horz" wrap="square" lIns="90000" tIns="46800" rIns="90000" bIns="46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CC"/>
          </a:buClr>
          <a:buSzTx/>
          <a:buFont typeface="Webdings" pitchFamily="18" charset="2"/>
          <a:buNone/>
          <a:tabLst/>
          <a:defRPr kumimoji="0" lang="ko-KR" altLang="en-US" sz="1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  <a:ea typeface="Arial Unicode MS" pitchFamily="50" charset="-127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tx1"/>
          </a:outerShdw>
        </a:effectLst>
      </a:spPr>
      <a:bodyPr vert="horz" wrap="square" lIns="90000" tIns="46800" rIns="90000" bIns="46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CC"/>
          </a:buClr>
          <a:buSzTx/>
          <a:buFont typeface="Webdings" pitchFamily="18" charset="2"/>
          <a:buNone/>
          <a:tabLst/>
          <a:defRPr kumimoji="0" lang="ko-KR" altLang="en-US" sz="1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  <a:ea typeface="Arial Unicode MS" pitchFamily="50" charset="-127"/>
            <a:cs typeface="Arial" charset="0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24133</TotalTime>
  <Words>4353</Words>
  <Application>Microsoft Office PowerPoint</Application>
  <PresentationFormat>와이드스크린</PresentationFormat>
  <Paragraphs>2600</Paragraphs>
  <Slides>28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HY헤드라인M</vt:lpstr>
      <vt:lpstr>굴림</vt:lpstr>
      <vt:lpstr>맑은 고딕</vt:lpstr>
      <vt:lpstr>Arial</vt:lpstr>
      <vt:lpstr>Webdings</vt:lpstr>
      <vt:lpstr>Wingdings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bizconsulting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shjung</dc:creator>
  <cp:lastModifiedBy>박 철완</cp:lastModifiedBy>
  <cp:revision>3311</cp:revision>
  <dcterms:created xsi:type="dcterms:W3CDTF">2004-06-15T05:11:38Z</dcterms:created>
  <dcterms:modified xsi:type="dcterms:W3CDTF">2025-08-08T00:09:15Z</dcterms:modified>
</cp:coreProperties>
</file>